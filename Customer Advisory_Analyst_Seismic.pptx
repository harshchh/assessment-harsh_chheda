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60" r:id="rId4"/>
  </p:sldMasterIdLst>
  <p:notesMasterIdLst>
    <p:notesMasterId r:id="rId8"/>
  </p:notesMasterIdLst>
  <p:handoutMasterIdLst>
    <p:handoutMasterId r:id="rId9"/>
  </p:handoutMasterIdLst>
  <p:sldIdLst>
    <p:sldId id="256" r:id="rId5"/>
    <p:sldId id="262" r:id="rId6"/>
    <p:sldId id="261" r:id="rId7"/>
  </p:sldIdLst>
  <p:sldSz cx="6858000" cy="9906000" type="A4"/>
  <p:notesSz cx="6858000" cy="9144000"/>
  <p:custDataLst>
    <p:tags r:id="rId10"/>
  </p:custDataLst>
  <p:defaultTextStyle>
    <a:defPPr>
      <a:defRPr lang="en-US"/>
    </a:defPPr>
    <a:lvl1pPr marL="0" algn="l" defTabSz="914373" rtl="0" eaLnBrk="1" latinLnBrk="0" hangingPunct="1">
      <a:defRPr sz="1800" kern="1200">
        <a:solidFill>
          <a:schemeClr val="tx1"/>
        </a:solidFill>
        <a:latin typeface="+mn-lt"/>
        <a:ea typeface="+mn-ea"/>
        <a:cs typeface="+mn-cs"/>
      </a:defRPr>
    </a:lvl1pPr>
    <a:lvl2pPr marL="457187" algn="l" defTabSz="914373" rtl="0" eaLnBrk="1" latinLnBrk="0" hangingPunct="1">
      <a:defRPr sz="1800" kern="1200">
        <a:solidFill>
          <a:schemeClr val="tx1"/>
        </a:solidFill>
        <a:latin typeface="+mn-lt"/>
        <a:ea typeface="+mn-ea"/>
        <a:cs typeface="+mn-cs"/>
      </a:defRPr>
    </a:lvl2pPr>
    <a:lvl3pPr marL="914373" algn="l" defTabSz="914373" rtl="0" eaLnBrk="1" latinLnBrk="0" hangingPunct="1">
      <a:defRPr sz="1800" kern="1200">
        <a:solidFill>
          <a:schemeClr val="tx1"/>
        </a:solidFill>
        <a:latin typeface="+mn-lt"/>
        <a:ea typeface="+mn-ea"/>
        <a:cs typeface="+mn-cs"/>
      </a:defRPr>
    </a:lvl3pPr>
    <a:lvl4pPr marL="1371560" algn="l" defTabSz="914373" rtl="0" eaLnBrk="1" latinLnBrk="0" hangingPunct="1">
      <a:defRPr sz="1800" kern="1200">
        <a:solidFill>
          <a:schemeClr val="tx1"/>
        </a:solidFill>
        <a:latin typeface="+mn-lt"/>
        <a:ea typeface="+mn-ea"/>
        <a:cs typeface="+mn-cs"/>
      </a:defRPr>
    </a:lvl4pPr>
    <a:lvl5pPr marL="1828747" algn="l" defTabSz="914373" rtl="0" eaLnBrk="1" latinLnBrk="0" hangingPunct="1">
      <a:defRPr sz="1800" kern="1200">
        <a:solidFill>
          <a:schemeClr val="tx1"/>
        </a:solidFill>
        <a:latin typeface="+mn-lt"/>
        <a:ea typeface="+mn-ea"/>
        <a:cs typeface="+mn-cs"/>
      </a:defRPr>
    </a:lvl5pPr>
    <a:lvl6pPr marL="2285933" algn="l" defTabSz="914373" rtl="0" eaLnBrk="1" latinLnBrk="0" hangingPunct="1">
      <a:defRPr sz="1800" kern="1200">
        <a:solidFill>
          <a:schemeClr val="tx1"/>
        </a:solidFill>
        <a:latin typeface="+mn-lt"/>
        <a:ea typeface="+mn-ea"/>
        <a:cs typeface="+mn-cs"/>
      </a:defRPr>
    </a:lvl6pPr>
    <a:lvl7pPr marL="2743120" algn="l" defTabSz="914373" rtl="0" eaLnBrk="1" latinLnBrk="0" hangingPunct="1">
      <a:defRPr sz="1800" kern="1200">
        <a:solidFill>
          <a:schemeClr val="tx1"/>
        </a:solidFill>
        <a:latin typeface="+mn-lt"/>
        <a:ea typeface="+mn-ea"/>
        <a:cs typeface="+mn-cs"/>
      </a:defRPr>
    </a:lvl7pPr>
    <a:lvl8pPr marL="3200307" algn="l" defTabSz="914373" rtl="0" eaLnBrk="1" latinLnBrk="0" hangingPunct="1">
      <a:defRPr sz="1800" kern="1200">
        <a:solidFill>
          <a:schemeClr val="tx1"/>
        </a:solidFill>
        <a:latin typeface="+mn-lt"/>
        <a:ea typeface="+mn-ea"/>
        <a:cs typeface="+mn-cs"/>
      </a:defRPr>
    </a:lvl8pPr>
    <a:lvl9pPr marL="3657494" algn="l" defTabSz="914373"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202CBE5-2690-1D71-2F53-18A95660BF86}" name="Subramanian, Yamini" initials="SY" userId="S::yaminis@kpmg.com::5daf3778-1967-4577-b433-dd43ea4d223c" providerId="AD"/>
  <p188:author id="{E38311F2-D118-C127-A82E-606785407270}" name="Basera, Jyoti" initials="BJ" userId="S::jyotibasera@kpmg.com::d9e573f6-e896-4c6b-8268-fa956b07804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49E2"/>
    <a:srgbClr val="FFFFFF"/>
    <a:srgbClr val="ACEAFF"/>
    <a:srgbClr val="E5E5E5"/>
    <a:srgbClr val="0C233C"/>
    <a:srgbClr val="009A44"/>
    <a:srgbClr val="BC204B"/>
    <a:srgbClr val="F68D2E"/>
    <a:srgbClr val="EAAA00"/>
    <a:srgbClr val="43B0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414" autoAdjust="0"/>
    <p:restoredTop sz="95465" autoAdjust="0"/>
  </p:normalViewPr>
  <p:slideViewPr>
    <p:cSldViewPr snapToGrid="0" showGuides="1">
      <p:cViewPr varScale="1">
        <p:scale>
          <a:sx n="77" d="100"/>
          <a:sy n="77" d="100"/>
        </p:scale>
        <p:origin x="2940" y="294"/>
      </p:cViewPr>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5544"/>
    </p:cViewPr>
  </p:sorterViewPr>
  <p:notesViewPr>
    <p:cSldViewPr snapToGrid="0" showGuides="1">
      <p:cViewPr varScale="1">
        <p:scale>
          <a:sx n="83" d="100"/>
          <a:sy n="83" d="100"/>
        </p:scale>
        <p:origin x="2274"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 Sreeraj" userId="58f769a3-baf9-497f-bb98-f8d0c9602b46" providerId="ADAL" clId="{DADD370E-BFB5-4D3D-A65E-29D9244CBD52}"/>
    <pc:docChg chg="modSld">
      <pc:chgData name="J, Sreeraj" userId="58f769a3-baf9-497f-bb98-f8d0c9602b46" providerId="ADAL" clId="{DADD370E-BFB5-4D3D-A65E-29D9244CBD52}" dt="2026-02-16T10:07:36.997" v="51" actId="1076"/>
      <pc:docMkLst>
        <pc:docMk/>
      </pc:docMkLst>
      <pc:sldChg chg="modSp mod">
        <pc:chgData name="J, Sreeraj" userId="58f769a3-baf9-497f-bb98-f8d0c9602b46" providerId="ADAL" clId="{DADD370E-BFB5-4D3D-A65E-29D9244CBD52}" dt="2026-02-16T10:04:42.075" v="32" actId="20577"/>
        <pc:sldMkLst>
          <pc:docMk/>
          <pc:sldMk cId="2895734093" sldId="256"/>
        </pc:sldMkLst>
        <pc:spChg chg="mod">
          <ac:chgData name="J, Sreeraj" userId="58f769a3-baf9-497f-bb98-f8d0c9602b46" providerId="ADAL" clId="{DADD370E-BFB5-4D3D-A65E-29D9244CBD52}" dt="2026-02-16T10:04:42.075" v="32" actId="20577"/>
          <ac:spMkLst>
            <pc:docMk/>
            <pc:sldMk cId="2895734093" sldId="256"/>
            <ac:spMk id="17" creationId="{7DAB0C40-2732-4263-85A6-F716BDDA53D5}"/>
          </ac:spMkLst>
        </pc:spChg>
        <pc:spChg chg="mod">
          <ac:chgData name="J, Sreeraj" userId="58f769a3-baf9-497f-bb98-f8d0c9602b46" providerId="ADAL" clId="{DADD370E-BFB5-4D3D-A65E-29D9244CBD52}" dt="2026-02-05T10:42:14.618" v="16" actId="20577"/>
          <ac:spMkLst>
            <pc:docMk/>
            <pc:sldMk cId="2895734093" sldId="256"/>
            <ac:spMk id="20" creationId="{AD9A1D76-4BB5-4F40-8B06-85251CCBCEF3}"/>
          </ac:spMkLst>
        </pc:spChg>
      </pc:sldChg>
      <pc:sldChg chg="modSp mod">
        <pc:chgData name="J, Sreeraj" userId="58f769a3-baf9-497f-bb98-f8d0c9602b46" providerId="ADAL" clId="{DADD370E-BFB5-4D3D-A65E-29D9244CBD52}" dt="2026-02-16T10:07:36.997" v="51" actId="1076"/>
        <pc:sldMkLst>
          <pc:docMk/>
          <pc:sldMk cId="269445534" sldId="261"/>
        </pc:sldMkLst>
        <pc:spChg chg="mod">
          <ac:chgData name="J, Sreeraj" userId="58f769a3-baf9-497f-bb98-f8d0c9602b46" providerId="ADAL" clId="{DADD370E-BFB5-4D3D-A65E-29D9244CBD52}" dt="2026-02-16T10:05:48.778" v="47"/>
          <ac:spMkLst>
            <pc:docMk/>
            <pc:sldMk cId="269445534" sldId="261"/>
            <ac:spMk id="4" creationId="{64491DDD-B0A8-1F4E-6457-C3B67590685B}"/>
          </ac:spMkLst>
        </pc:spChg>
        <pc:spChg chg="mod">
          <ac:chgData name="J, Sreeraj" userId="58f769a3-baf9-497f-bb98-f8d0c9602b46" providerId="ADAL" clId="{DADD370E-BFB5-4D3D-A65E-29D9244CBD52}" dt="2026-02-16T10:06:23.557" v="50" actId="1076"/>
          <ac:spMkLst>
            <pc:docMk/>
            <pc:sldMk cId="269445534" sldId="261"/>
            <ac:spMk id="31" creationId="{5D911B7F-346C-48F4-8DA6-53D8CE058B7A}"/>
          </ac:spMkLst>
        </pc:spChg>
        <pc:spChg chg="mod">
          <ac:chgData name="J, Sreeraj" userId="58f769a3-baf9-497f-bb98-f8d0c9602b46" providerId="ADAL" clId="{DADD370E-BFB5-4D3D-A65E-29D9244CBD52}" dt="2026-02-16T10:07:36.997" v="51" actId="1076"/>
          <ac:spMkLst>
            <pc:docMk/>
            <pc:sldMk cId="269445534" sldId="261"/>
            <ac:spMk id="33" creationId="{8FD3FDA1-CE5D-4169-B9D9-9D568E70FA10}"/>
          </ac:spMkLst>
        </pc:spChg>
      </pc:sldChg>
      <pc:sldChg chg="modSp mod">
        <pc:chgData name="J, Sreeraj" userId="58f769a3-baf9-497f-bb98-f8d0c9602b46" providerId="ADAL" clId="{DADD370E-BFB5-4D3D-A65E-29D9244CBD52}" dt="2026-02-16T10:05:17.287" v="34"/>
        <pc:sldMkLst>
          <pc:docMk/>
          <pc:sldMk cId="3157706580" sldId="262"/>
        </pc:sldMkLst>
        <pc:spChg chg="mod">
          <ac:chgData name="J, Sreeraj" userId="58f769a3-baf9-497f-bb98-f8d0c9602b46" providerId="ADAL" clId="{DADD370E-BFB5-4D3D-A65E-29D9244CBD52}" dt="2026-02-16T10:04:49.180" v="33" actId="20577"/>
          <ac:spMkLst>
            <pc:docMk/>
            <pc:sldMk cId="3157706580" sldId="262"/>
            <ac:spMk id="4" creationId="{D9102A0D-6AE4-93BE-813A-41AF1ADE5B40}"/>
          </ac:spMkLst>
        </pc:spChg>
        <pc:spChg chg="mod">
          <ac:chgData name="J, Sreeraj" userId="58f769a3-baf9-497f-bb98-f8d0c9602b46" providerId="ADAL" clId="{DADD370E-BFB5-4D3D-A65E-29D9244CBD52}" dt="2026-02-16T10:05:17.287" v="34"/>
          <ac:spMkLst>
            <pc:docMk/>
            <pc:sldMk cId="3157706580" sldId="262"/>
            <ac:spMk id="5" creationId="{1719CF02-C556-15FD-9A55-632560971DF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latin typeface="Arial" panose="020B06040202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3DCA11-4AEB-4262-B21A-8D69FFA67FE8}" type="datetimeFigureOut">
              <a:rPr lang="en-GB" smtClean="0">
                <a:latin typeface="Arial" panose="020B0604020202020204" pitchFamily="34" charset="0"/>
              </a:rPr>
              <a:t>16/02/2026</a:t>
            </a:fld>
            <a:endParaRPr lang="en-GB" dirty="0">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5AEA554-ABD2-450C-A5DE-F454A103435A}" type="slidenum">
              <a:rPr lang="en-GB" smtClean="0">
                <a:latin typeface="Arial" panose="020B0604020202020204" pitchFamily="34" charset="0"/>
              </a:rPr>
              <a:t>‹#›</a:t>
            </a:fld>
            <a:endParaRPr lang="en-GB" dirty="0">
              <a:latin typeface="Arial" panose="020B0604020202020204" pitchFamily="34" charset="0"/>
            </a:endParaRPr>
          </a:p>
        </p:txBody>
      </p:sp>
    </p:spTree>
    <p:extLst>
      <p:ext uri="{BB962C8B-B14F-4D97-AF65-F5344CB8AC3E}">
        <p14:creationId xmlns:p14="http://schemas.microsoft.com/office/powerpoint/2010/main" val="8393428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64E02A98-EE6F-4B3B-B1CE-45F84A5B9F2B}" type="datetimeFigureOut">
              <a:rPr lang="en-GB" smtClean="0"/>
              <a:pPr/>
              <a:t>16/02/2026</a:t>
            </a:fld>
            <a:endParaRPr lang="en-GB" dirty="0"/>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615797FA-F5A5-458B-890C-19F331D8CA3B}" type="slidenum">
              <a:rPr lang="en-GB" smtClean="0"/>
              <a:pPr/>
              <a:t>‹#›</a:t>
            </a:fld>
            <a:endParaRPr lang="en-GB" dirty="0"/>
          </a:p>
        </p:txBody>
      </p:sp>
    </p:spTree>
    <p:extLst>
      <p:ext uri="{BB962C8B-B14F-4D97-AF65-F5344CB8AC3E}">
        <p14:creationId xmlns:p14="http://schemas.microsoft.com/office/powerpoint/2010/main" val="1500768402"/>
      </p:ext>
    </p:extLst>
  </p:cSld>
  <p:clrMap bg1="lt1" tx1="dk1" bg2="lt2" tx2="dk2" accent1="accent1" accent2="accent2" accent3="accent3" accent4="accent4" accent5="accent5" accent6="accent6" hlink="hlink" folHlink="folHlink"/>
  <p:notesStyle>
    <a:lvl1pPr marL="0" algn="l" defTabSz="914373" rtl="0" eaLnBrk="1" latinLnBrk="0" hangingPunct="1">
      <a:defRPr sz="1200" kern="1200">
        <a:solidFill>
          <a:schemeClr val="tx1"/>
        </a:solidFill>
        <a:latin typeface="Arial" panose="020B0604020202020204" pitchFamily="34" charset="0"/>
        <a:ea typeface="+mn-ea"/>
        <a:cs typeface="+mn-cs"/>
      </a:defRPr>
    </a:lvl1pPr>
    <a:lvl2pPr marL="457187" algn="l" defTabSz="914373" rtl="0" eaLnBrk="1" latinLnBrk="0" hangingPunct="1">
      <a:defRPr sz="1200" kern="1200">
        <a:solidFill>
          <a:schemeClr val="tx1"/>
        </a:solidFill>
        <a:latin typeface="Arial" panose="020B0604020202020204" pitchFamily="34" charset="0"/>
        <a:ea typeface="+mn-ea"/>
        <a:cs typeface="+mn-cs"/>
      </a:defRPr>
    </a:lvl2pPr>
    <a:lvl3pPr marL="914373" algn="l" defTabSz="914373" rtl="0" eaLnBrk="1" latinLnBrk="0" hangingPunct="1">
      <a:defRPr sz="1200" kern="1200">
        <a:solidFill>
          <a:schemeClr val="tx1"/>
        </a:solidFill>
        <a:latin typeface="Arial" panose="020B0604020202020204" pitchFamily="34" charset="0"/>
        <a:ea typeface="+mn-ea"/>
        <a:cs typeface="+mn-cs"/>
      </a:defRPr>
    </a:lvl3pPr>
    <a:lvl4pPr marL="1371560" algn="l" defTabSz="914373" rtl="0" eaLnBrk="1" latinLnBrk="0" hangingPunct="1">
      <a:defRPr sz="1200" kern="1200">
        <a:solidFill>
          <a:schemeClr val="tx1"/>
        </a:solidFill>
        <a:latin typeface="Arial" panose="020B0604020202020204" pitchFamily="34" charset="0"/>
        <a:ea typeface="+mn-ea"/>
        <a:cs typeface="+mn-cs"/>
      </a:defRPr>
    </a:lvl4pPr>
    <a:lvl5pPr marL="1828747" algn="l" defTabSz="914373" rtl="0" eaLnBrk="1" latinLnBrk="0" hangingPunct="1">
      <a:defRPr sz="1200" kern="1200">
        <a:solidFill>
          <a:schemeClr val="tx1"/>
        </a:solidFill>
        <a:latin typeface="Arial" panose="020B0604020202020204" pitchFamily="34" charset="0"/>
        <a:ea typeface="+mn-ea"/>
        <a:cs typeface="+mn-cs"/>
      </a:defRPr>
    </a:lvl5pPr>
    <a:lvl6pPr marL="2285933" algn="l" defTabSz="914373" rtl="0" eaLnBrk="1" latinLnBrk="0" hangingPunct="1">
      <a:defRPr sz="1200" kern="1200">
        <a:solidFill>
          <a:schemeClr val="tx1"/>
        </a:solidFill>
        <a:latin typeface="+mn-lt"/>
        <a:ea typeface="+mn-ea"/>
        <a:cs typeface="+mn-cs"/>
      </a:defRPr>
    </a:lvl6pPr>
    <a:lvl7pPr marL="2743120" algn="l" defTabSz="914373" rtl="0" eaLnBrk="1" latinLnBrk="0" hangingPunct="1">
      <a:defRPr sz="1200" kern="1200">
        <a:solidFill>
          <a:schemeClr val="tx1"/>
        </a:solidFill>
        <a:latin typeface="+mn-lt"/>
        <a:ea typeface="+mn-ea"/>
        <a:cs typeface="+mn-cs"/>
      </a:defRPr>
    </a:lvl7pPr>
    <a:lvl8pPr marL="3200307" algn="l" defTabSz="914373" rtl="0" eaLnBrk="1" latinLnBrk="0" hangingPunct="1">
      <a:defRPr sz="1200" kern="1200">
        <a:solidFill>
          <a:schemeClr val="tx1"/>
        </a:solidFill>
        <a:latin typeface="+mn-lt"/>
        <a:ea typeface="+mn-ea"/>
        <a:cs typeface="+mn-cs"/>
      </a:defRPr>
    </a:lvl8pPr>
    <a:lvl9pPr marL="3657494" algn="l" defTabSz="91437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0613" y="1143000"/>
            <a:ext cx="2136775"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15797FA-F5A5-458B-890C-19F331D8CA3B}" type="slidenum">
              <a:rPr lang="en-GB" smtClean="0"/>
              <a:pPr/>
              <a:t>0</a:t>
            </a:fld>
            <a:endParaRPr lang="en-GB" dirty="0"/>
          </a:p>
        </p:txBody>
      </p:sp>
    </p:spTree>
    <p:extLst>
      <p:ext uri="{BB962C8B-B14F-4D97-AF65-F5344CB8AC3E}">
        <p14:creationId xmlns:p14="http://schemas.microsoft.com/office/powerpoint/2010/main" val="1018234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0613" y="1143000"/>
            <a:ext cx="2136775"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15797FA-F5A5-458B-890C-19F331D8CA3B}" type="slidenum">
              <a:rPr lang="en-GB" smtClean="0"/>
              <a:pPr/>
              <a:t>1</a:t>
            </a:fld>
            <a:endParaRPr lang="en-GB" dirty="0"/>
          </a:p>
        </p:txBody>
      </p:sp>
    </p:spTree>
    <p:extLst>
      <p:ext uri="{BB962C8B-B14F-4D97-AF65-F5344CB8AC3E}">
        <p14:creationId xmlns:p14="http://schemas.microsoft.com/office/powerpoint/2010/main" val="9006457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0613" y="1143000"/>
            <a:ext cx="2136775"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15797FA-F5A5-458B-890C-19F331D8CA3B}" type="slidenum">
              <a:rPr lang="en-GB" smtClean="0"/>
              <a:pPr/>
              <a:t>2</a:t>
            </a:fld>
            <a:endParaRPr lang="en-GB" dirty="0"/>
          </a:p>
        </p:txBody>
      </p:sp>
    </p:spTree>
    <p:extLst>
      <p:ext uri="{BB962C8B-B14F-4D97-AF65-F5344CB8AC3E}">
        <p14:creationId xmlns:p14="http://schemas.microsoft.com/office/powerpoint/2010/main" val="25678045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Right vertical dark image">
    <p:bg>
      <p:bgPr>
        <a:solidFill>
          <a:srgbClr val="0091DA"/>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45400" y="1423988"/>
            <a:ext cx="4644000" cy="5070000"/>
          </a:xfrm>
        </p:spPr>
        <p:txBody>
          <a:bodyPr anchor="t" anchorCtr="0"/>
          <a:lstStyle>
            <a:lvl1pPr algn="l">
              <a:defRPr sz="8632" baseline="0">
                <a:solidFill>
                  <a:schemeClr val="bg1"/>
                </a:solidFill>
              </a:defRPr>
            </a:lvl1pPr>
          </a:lstStyle>
          <a:p>
            <a:r>
              <a:rPr lang="en-GB" dirty="0"/>
              <a:t>Title slide – </a:t>
            </a:r>
            <a:br>
              <a:rPr lang="en-GB" dirty="0"/>
            </a:br>
            <a:r>
              <a:rPr lang="en-GB" dirty="0"/>
              <a:t>dark vertical image – </a:t>
            </a:r>
            <a:r>
              <a:rPr lang="en-GB" dirty="0" err="1"/>
              <a:t>rhs</a:t>
            </a:r>
            <a:r>
              <a:rPr lang="en-GB" dirty="0"/>
              <a:t> </a:t>
            </a:r>
            <a:endParaRPr lang="en-US" dirty="0"/>
          </a:p>
        </p:txBody>
      </p:sp>
      <p:sp>
        <p:nvSpPr>
          <p:cNvPr id="6" name="Text Placeholder 3"/>
          <p:cNvSpPr>
            <a:spLocks noGrp="1"/>
          </p:cNvSpPr>
          <p:nvPr>
            <p:ph type="body" sz="quarter" idx="11"/>
          </p:nvPr>
        </p:nvSpPr>
        <p:spPr>
          <a:xfrm>
            <a:off x="545400" y="6764388"/>
            <a:ext cx="4622400" cy="312000"/>
          </a:xfrm>
        </p:spPr>
        <p:txBody>
          <a:bodyPr/>
          <a:lstStyle>
            <a:lvl1pPr>
              <a:defRPr sz="1187">
                <a:solidFill>
                  <a:schemeClr val="bg1"/>
                </a:solidFill>
              </a:defRPr>
            </a:lvl1pPr>
            <a:lvl2pPr>
              <a:defRPr sz="890">
                <a:solidFill>
                  <a:schemeClr val="bg1"/>
                </a:solidFill>
              </a:defRPr>
            </a:lvl2pPr>
            <a:lvl3pPr>
              <a:buClr>
                <a:schemeClr val="bg1"/>
              </a:buClr>
              <a:defRPr sz="890">
                <a:solidFill>
                  <a:schemeClr val="bg1"/>
                </a:solidFill>
              </a:defRPr>
            </a:lvl3pPr>
            <a:lvl4pPr>
              <a:buClr>
                <a:schemeClr val="bg1"/>
              </a:buClr>
              <a:defRPr sz="890">
                <a:solidFill>
                  <a:schemeClr val="bg1"/>
                </a:solidFill>
              </a:defRPr>
            </a:lvl4pPr>
            <a:lvl5pPr>
              <a:buClr>
                <a:schemeClr val="bg1"/>
              </a:buClr>
              <a:defRPr sz="890">
                <a:solidFill>
                  <a:schemeClr val="bg1"/>
                </a:solidFill>
              </a:defRPr>
            </a:lvl5pPr>
          </a:lstStyle>
          <a:p>
            <a:pPr lvl="0"/>
            <a:r>
              <a:rPr lang="en-US"/>
              <a:t>Click to edit Master text styles</a:t>
            </a:r>
          </a:p>
        </p:txBody>
      </p:sp>
      <p:sp>
        <p:nvSpPr>
          <p:cNvPr id="5" name="Freeform 19"/>
          <p:cNvSpPr>
            <a:spLocks noEditPoints="1"/>
          </p:cNvSpPr>
          <p:nvPr userDrawn="1"/>
        </p:nvSpPr>
        <p:spPr bwMode="auto">
          <a:xfrm>
            <a:off x="545400" y="687782"/>
            <a:ext cx="777600" cy="3432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8664" tIns="49332" rIns="98664" bIns="49332" numCol="1" anchor="t" anchorCtr="0" compatLnSpc="1">
            <a:prstTxWarp prst="textNoShape">
              <a:avLst/>
            </a:prstTxWarp>
          </a:bodyPr>
          <a:lstStyle/>
          <a:p>
            <a:endParaRPr lang="en-GB" sz="1942" dirty="0"/>
          </a:p>
        </p:txBody>
      </p:sp>
    </p:spTree>
    <p:extLst>
      <p:ext uri="{BB962C8B-B14F-4D97-AF65-F5344CB8AC3E}">
        <p14:creationId xmlns:p14="http://schemas.microsoft.com/office/powerpoint/2010/main" val="2129081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Left vertical dark image">
    <p:bg>
      <p:bgPr>
        <a:solidFill>
          <a:srgbClr val="0091DA"/>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562131" y="1423988"/>
            <a:ext cx="3737466" cy="5070000"/>
          </a:xfrm>
        </p:spPr>
        <p:txBody>
          <a:bodyPr anchor="t" anchorCtr="0"/>
          <a:lstStyle>
            <a:lvl1pPr algn="l">
              <a:defRPr sz="8632">
                <a:solidFill>
                  <a:schemeClr val="bg1"/>
                </a:solidFill>
              </a:defRPr>
            </a:lvl1pPr>
          </a:lstStyle>
          <a:p>
            <a:r>
              <a:rPr lang="en-GB" dirty="0"/>
              <a:t>Title slide – dark vertical image – lhs </a:t>
            </a:r>
            <a:endParaRPr lang="en-US" dirty="0"/>
          </a:p>
        </p:txBody>
      </p:sp>
      <p:sp>
        <p:nvSpPr>
          <p:cNvPr id="6" name="Text Placeholder 3"/>
          <p:cNvSpPr>
            <a:spLocks noGrp="1"/>
          </p:cNvSpPr>
          <p:nvPr>
            <p:ph type="body" sz="quarter" idx="11"/>
          </p:nvPr>
        </p:nvSpPr>
        <p:spPr>
          <a:xfrm>
            <a:off x="2562132" y="6764388"/>
            <a:ext cx="3399300" cy="312000"/>
          </a:xfrm>
        </p:spPr>
        <p:txBody>
          <a:bodyPr/>
          <a:lstStyle>
            <a:lvl1pPr>
              <a:defRPr sz="1187">
                <a:solidFill>
                  <a:schemeClr val="bg1"/>
                </a:solidFill>
              </a:defRPr>
            </a:lvl1pPr>
            <a:lvl2pPr>
              <a:defRPr sz="890">
                <a:solidFill>
                  <a:schemeClr val="bg1"/>
                </a:solidFill>
              </a:defRPr>
            </a:lvl2pPr>
            <a:lvl3pPr>
              <a:buClr>
                <a:schemeClr val="bg1"/>
              </a:buClr>
              <a:defRPr sz="890">
                <a:solidFill>
                  <a:schemeClr val="bg1"/>
                </a:solidFill>
              </a:defRPr>
            </a:lvl3pPr>
            <a:lvl4pPr>
              <a:buClr>
                <a:schemeClr val="bg1"/>
              </a:buClr>
              <a:defRPr sz="890">
                <a:solidFill>
                  <a:schemeClr val="bg1"/>
                </a:solidFill>
              </a:defRPr>
            </a:lvl4pPr>
            <a:lvl5pPr>
              <a:buClr>
                <a:schemeClr val="bg1"/>
              </a:buClr>
              <a:defRPr sz="890">
                <a:solidFill>
                  <a:schemeClr val="bg1"/>
                </a:solidFill>
              </a:defRPr>
            </a:lvl5pPr>
          </a:lstStyle>
          <a:p>
            <a:pPr lvl="0"/>
            <a:r>
              <a:rPr lang="en-US"/>
              <a:t>Click to edit Master text styles</a:t>
            </a:r>
          </a:p>
        </p:txBody>
      </p:sp>
      <p:sp>
        <p:nvSpPr>
          <p:cNvPr id="7" name="Freeform 19"/>
          <p:cNvSpPr>
            <a:spLocks noEditPoints="1"/>
          </p:cNvSpPr>
          <p:nvPr userDrawn="1"/>
        </p:nvSpPr>
        <p:spPr bwMode="auto">
          <a:xfrm>
            <a:off x="2562131" y="686400"/>
            <a:ext cx="777600" cy="3432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8664" tIns="49332" rIns="98664" bIns="49332" numCol="1" anchor="t" anchorCtr="0" compatLnSpc="1">
            <a:prstTxWarp prst="textNoShape">
              <a:avLst/>
            </a:prstTxWarp>
          </a:bodyPr>
          <a:lstStyle/>
          <a:p>
            <a:endParaRPr lang="en-GB" sz="1942" dirty="0"/>
          </a:p>
        </p:txBody>
      </p:sp>
    </p:spTree>
    <p:extLst>
      <p:ext uri="{BB962C8B-B14F-4D97-AF65-F5344CB8AC3E}">
        <p14:creationId xmlns:p14="http://schemas.microsoft.com/office/powerpoint/2010/main" val="3637991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Right vertical light image">
    <p:bg>
      <p:bgPr>
        <a:solidFill>
          <a:srgbClr val="0091DA"/>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45400" y="1423988"/>
            <a:ext cx="4644000" cy="5070000"/>
          </a:xfrm>
        </p:spPr>
        <p:txBody>
          <a:bodyPr anchor="t" anchorCtr="0"/>
          <a:lstStyle>
            <a:lvl1pPr algn="l">
              <a:defRPr sz="8632" baseline="0">
                <a:solidFill>
                  <a:srgbClr val="00338D"/>
                </a:solidFill>
              </a:defRPr>
            </a:lvl1pPr>
          </a:lstStyle>
          <a:p>
            <a:r>
              <a:rPr lang="en-GB" dirty="0"/>
              <a:t>Title slide – </a:t>
            </a:r>
            <a:br>
              <a:rPr lang="en-GB" dirty="0"/>
            </a:br>
            <a:r>
              <a:rPr lang="en-GB" dirty="0"/>
              <a:t>light vertical image – </a:t>
            </a:r>
            <a:r>
              <a:rPr lang="en-GB" dirty="0" err="1"/>
              <a:t>rhs</a:t>
            </a:r>
            <a:r>
              <a:rPr lang="en-GB" dirty="0"/>
              <a:t> </a:t>
            </a:r>
            <a:endParaRPr lang="en-US" dirty="0"/>
          </a:p>
        </p:txBody>
      </p:sp>
      <p:sp>
        <p:nvSpPr>
          <p:cNvPr id="6" name="Text Placeholder 3"/>
          <p:cNvSpPr>
            <a:spLocks noGrp="1"/>
          </p:cNvSpPr>
          <p:nvPr>
            <p:ph type="body" sz="quarter" idx="11"/>
          </p:nvPr>
        </p:nvSpPr>
        <p:spPr>
          <a:xfrm>
            <a:off x="545400" y="6764388"/>
            <a:ext cx="4622400" cy="312000"/>
          </a:xfrm>
        </p:spPr>
        <p:txBody>
          <a:bodyPr/>
          <a:lstStyle>
            <a:lvl1pPr>
              <a:defRPr sz="1187">
                <a:solidFill>
                  <a:srgbClr val="00338D"/>
                </a:solidFill>
              </a:defRPr>
            </a:lvl1pPr>
            <a:lvl2pPr>
              <a:defRPr sz="890">
                <a:solidFill>
                  <a:schemeClr val="bg1"/>
                </a:solidFill>
              </a:defRPr>
            </a:lvl2pPr>
            <a:lvl3pPr>
              <a:buClr>
                <a:schemeClr val="bg1"/>
              </a:buClr>
              <a:defRPr sz="890">
                <a:solidFill>
                  <a:schemeClr val="bg1"/>
                </a:solidFill>
              </a:defRPr>
            </a:lvl3pPr>
            <a:lvl4pPr>
              <a:buClr>
                <a:schemeClr val="bg1"/>
              </a:buClr>
              <a:defRPr sz="890">
                <a:solidFill>
                  <a:schemeClr val="bg1"/>
                </a:solidFill>
              </a:defRPr>
            </a:lvl4pPr>
            <a:lvl5pPr>
              <a:buClr>
                <a:schemeClr val="bg1"/>
              </a:buClr>
              <a:defRPr sz="890">
                <a:solidFill>
                  <a:schemeClr val="bg1"/>
                </a:solidFill>
              </a:defRPr>
            </a:lvl5pPr>
          </a:lstStyle>
          <a:p>
            <a:pPr lvl="0"/>
            <a:r>
              <a:rPr lang="en-US"/>
              <a:t>Click to edit Master text styles</a:t>
            </a:r>
          </a:p>
        </p:txBody>
      </p:sp>
      <p:sp>
        <p:nvSpPr>
          <p:cNvPr id="5" name="Freeform 19"/>
          <p:cNvSpPr>
            <a:spLocks noEditPoints="1"/>
          </p:cNvSpPr>
          <p:nvPr userDrawn="1"/>
        </p:nvSpPr>
        <p:spPr bwMode="auto">
          <a:xfrm>
            <a:off x="545400" y="687782"/>
            <a:ext cx="777600" cy="3432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8664" tIns="49332" rIns="98664" bIns="49332" numCol="1" anchor="t" anchorCtr="0" compatLnSpc="1">
            <a:prstTxWarp prst="textNoShape">
              <a:avLst/>
            </a:prstTxWarp>
          </a:bodyPr>
          <a:lstStyle/>
          <a:p>
            <a:endParaRPr lang="en-GB" sz="1942" dirty="0"/>
          </a:p>
        </p:txBody>
      </p:sp>
    </p:spTree>
    <p:extLst>
      <p:ext uri="{BB962C8B-B14F-4D97-AF65-F5344CB8AC3E}">
        <p14:creationId xmlns:p14="http://schemas.microsoft.com/office/powerpoint/2010/main" val="1443982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Left vertical light image">
    <p:bg>
      <p:bgPr>
        <a:solidFill>
          <a:srgbClr val="0091DA"/>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562131" y="1423988"/>
            <a:ext cx="3737466" cy="5070000"/>
          </a:xfrm>
        </p:spPr>
        <p:txBody>
          <a:bodyPr anchor="t" anchorCtr="0"/>
          <a:lstStyle>
            <a:lvl1pPr algn="l">
              <a:defRPr sz="8632">
                <a:solidFill>
                  <a:srgbClr val="00338D"/>
                </a:solidFill>
              </a:defRPr>
            </a:lvl1pPr>
          </a:lstStyle>
          <a:p>
            <a:r>
              <a:rPr lang="en-GB" dirty="0"/>
              <a:t>Title slide – light vertical image – lhs </a:t>
            </a:r>
            <a:endParaRPr lang="en-US" dirty="0"/>
          </a:p>
        </p:txBody>
      </p:sp>
      <p:sp>
        <p:nvSpPr>
          <p:cNvPr id="6" name="Text Placeholder 3"/>
          <p:cNvSpPr>
            <a:spLocks noGrp="1"/>
          </p:cNvSpPr>
          <p:nvPr>
            <p:ph type="body" sz="quarter" idx="11"/>
          </p:nvPr>
        </p:nvSpPr>
        <p:spPr>
          <a:xfrm>
            <a:off x="2562132" y="6764388"/>
            <a:ext cx="3399300" cy="312000"/>
          </a:xfrm>
        </p:spPr>
        <p:txBody>
          <a:bodyPr/>
          <a:lstStyle>
            <a:lvl1pPr>
              <a:defRPr sz="1187">
                <a:solidFill>
                  <a:srgbClr val="00338D"/>
                </a:solidFill>
              </a:defRPr>
            </a:lvl1pPr>
            <a:lvl2pPr>
              <a:defRPr sz="890">
                <a:solidFill>
                  <a:schemeClr val="bg1"/>
                </a:solidFill>
              </a:defRPr>
            </a:lvl2pPr>
            <a:lvl3pPr>
              <a:buClr>
                <a:schemeClr val="bg1"/>
              </a:buClr>
              <a:defRPr sz="890">
                <a:solidFill>
                  <a:schemeClr val="bg1"/>
                </a:solidFill>
              </a:defRPr>
            </a:lvl3pPr>
            <a:lvl4pPr>
              <a:buClr>
                <a:schemeClr val="bg1"/>
              </a:buClr>
              <a:defRPr sz="890">
                <a:solidFill>
                  <a:schemeClr val="bg1"/>
                </a:solidFill>
              </a:defRPr>
            </a:lvl4pPr>
            <a:lvl5pPr>
              <a:buClr>
                <a:schemeClr val="bg1"/>
              </a:buClr>
              <a:defRPr sz="890">
                <a:solidFill>
                  <a:schemeClr val="bg1"/>
                </a:solidFill>
              </a:defRPr>
            </a:lvl5pPr>
          </a:lstStyle>
          <a:p>
            <a:pPr lvl="0"/>
            <a:r>
              <a:rPr lang="en-US"/>
              <a:t>Click to edit Master text styles</a:t>
            </a:r>
          </a:p>
        </p:txBody>
      </p:sp>
      <p:sp>
        <p:nvSpPr>
          <p:cNvPr id="7" name="Freeform 19"/>
          <p:cNvSpPr>
            <a:spLocks noEditPoints="1"/>
          </p:cNvSpPr>
          <p:nvPr userDrawn="1"/>
        </p:nvSpPr>
        <p:spPr bwMode="auto">
          <a:xfrm>
            <a:off x="2562131" y="686400"/>
            <a:ext cx="777600" cy="3432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8664" tIns="49332" rIns="98664" bIns="49332" numCol="1" anchor="t" anchorCtr="0" compatLnSpc="1">
            <a:prstTxWarp prst="textNoShape">
              <a:avLst/>
            </a:prstTxWarp>
          </a:bodyPr>
          <a:lstStyle/>
          <a:p>
            <a:endParaRPr lang="en-GB" sz="1942" dirty="0"/>
          </a:p>
        </p:txBody>
      </p:sp>
    </p:spTree>
    <p:extLst>
      <p:ext uri="{BB962C8B-B14F-4D97-AF65-F5344CB8AC3E}">
        <p14:creationId xmlns:p14="http://schemas.microsoft.com/office/powerpoint/2010/main" val="1727354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Singular light image">
    <p:bg>
      <p:bgPr>
        <a:solidFill>
          <a:srgbClr val="0091DA"/>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373593" y="1450800"/>
            <a:ext cx="4644000" cy="5070000"/>
          </a:xfrm>
        </p:spPr>
        <p:txBody>
          <a:bodyPr anchor="t" anchorCtr="0"/>
          <a:lstStyle>
            <a:lvl1pPr algn="l">
              <a:defRPr sz="8632">
                <a:solidFill>
                  <a:srgbClr val="00338D"/>
                </a:solidFill>
              </a:defRPr>
            </a:lvl1pPr>
          </a:lstStyle>
          <a:p>
            <a:r>
              <a:rPr lang="en-US" dirty="0"/>
              <a:t>Title slide – singular light </a:t>
            </a:r>
            <a:br>
              <a:rPr lang="en-US" dirty="0"/>
            </a:br>
            <a:r>
              <a:rPr lang="en-US" dirty="0"/>
              <a:t>image</a:t>
            </a:r>
          </a:p>
        </p:txBody>
      </p:sp>
      <p:sp>
        <p:nvSpPr>
          <p:cNvPr id="4" name="object 3"/>
          <p:cNvSpPr/>
          <p:nvPr userDrawn="1"/>
        </p:nvSpPr>
        <p:spPr>
          <a:xfrm>
            <a:off x="1" y="0"/>
            <a:ext cx="907200" cy="9906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57" dirty="0">
              <a:latin typeface="Arial" panose="020B0604020202020204" pitchFamily="34" charset="0"/>
            </a:endParaRPr>
          </a:p>
        </p:txBody>
      </p:sp>
      <p:sp>
        <p:nvSpPr>
          <p:cNvPr id="8" name="Text Placeholder 3"/>
          <p:cNvSpPr>
            <a:spLocks noGrp="1"/>
          </p:cNvSpPr>
          <p:nvPr>
            <p:ph type="body" sz="quarter" idx="11"/>
          </p:nvPr>
        </p:nvSpPr>
        <p:spPr>
          <a:xfrm>
            <a:off x="1373595" y="7274800"/>
            <a:ext cx="4629525" cy="312000"/>
          </a:xfrm>
        </p:spPr>
        <p:txBody>
          <a:bodyPr/>
          <a:lstStyle>
            <a:lvl1pPr>
              <a:defRPr sz="1187">
                <a:solidFill>
                  <a:srgbClr val="00338D"/>
                </a:solidFill>
              </a:defRPr>
            </a:lvl1pPr>
            <a:lvl2pPr>
              <a:defRPr sz="890">
                <a:solidFill>
                  <a:schemeClr val="bg1"/>
                </a:solidFill>
              </a:defRPr>
            </a:lvl2pPr>
            <a:lvl3pPr>
              <a:buClr>
                <a:schemeClr val="bg1"/>
              </a:buClr>
              <a:defRPr sz="890">
                <a:solidFill>
                  <a:schemeClr val="bg1"/>
                </a:solidFill>
              </a:defRPr>
            </a:lvl3pPr>
            <a:lvl4pPr>
              <a:buClr>
                <a:schemeClr val="bg1"/>
              </a:buClr>
              <a:defRPr sz="890">
                <a:solidFill>
                  <a:schemeClr val="bg1"/>
                </a:solidFill>
              </a:defRPr>
            </a:lvl4pPr>
            <a:lvl5pPr>
              <a:buClr>
                <a:schemeClr val="bg1"/>
              </a:buClr>
              <a:defRPr sz="890">
                <a:solidFill>
                  <a:schemeClr val="bg1"/>
                </a:solidFill>
              </a:defRPr>
            </a:lvl5pPr>
          </a:lstStyle>
          <a:p>
            <a:pPr lvl="0"/>
            <a:r>
              <a:rPr lang="en-US"/>
              <a:t>Click to edit Master text styles</a:t>
            </a:r>
          </a:p>
        </p:txBody>
      </p:sp>
      <p:sp>
        <p:nvSpPr>
          <p:cNvPr id="7" name="Freeform 19"/>
          <p:cNvSpPr>
            <a:spLocks noEditPoints="1"/>
          </p:cNvSpPr>
          <p:nvPr userDrawn="1"/>
        </p:nvSpPr>
        <p:spPr bwMode="auto">
          <a:xfrm>
            <a:off x="1402393" y="686400"/>
            <a:ext cx="777600" cy="3432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8664" tIns="49332" rIns="98664" bIns="49332" numCol="1" anchor="t" anchorCtr="0" compatLnSpc="1">
            <a:prstTxWarp prst="textNoShape">
              <a:avLst/>
            </a:prstTxWarp>
          </a:bodyPr>
          <a:lstStyle/>
          <a:p>
            <a:endParaRPr lang="en-GB" sz="1942" dirty="0"/>
          </a:p>
        </p:txBody>
      </p:sp>
    </p:spTree>
    <p:extLst>
      <p:ext uri="{BB962C8B-B14F-4D97-AF65-F5344CB8AC3E}">
        <p14:creationId xmlns:p14="http://schemas.microsoft.com/office/powerpoint/2010/main" val="2600602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 Singular dark image">
    <p:bg>
      <p:bgPr>
        <a:solidFill>
          <a:srgbClr val="0091DA"/>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373593" y="1450800"/>
            <a:ext cx="4644000" cy="5070000"/>
          </a:xfrm>
        </p:spPr>
        <p:txBody>
          <a:bodyPr anchor="t" anchorCtr="0"/>
          <a:lstStyle>
            <a:lvl1pPr algn="l">
              <a:defRPr sz="8632">
                <a:solidFill>
                  <a:schemeClr val="bg1"/>
                </a:solidFill>
              </a:defRPr>
            </a:lvl1pPr>
          </a:lstStyle>
          <a:p>
            <a:r>
              <a:rPr lang="en-US" dirty="0"/>
              <a:t>Title slide – singular dark </a:t>
            </a:r>
            <a:br>
              <a:rPr lang="en-US" dirty="0"/>
            </a:br>
            <a:r>
              <a:rPr lang="en-US" dirty="0"/>
              <a:t>image</a:t>
            </a:r>
          </a:p>
        </p:txBody>
      </p:sp>
      <p:sp>
        <p:nvSpPr>
          <p:cNvPr id="4" name="object 3"/>
          <p:cNvSpPr/>
          <p:nvPr userDrawn="1"/>
        </p:nvSpPr>
        <p:spPr>
          <a:xfrm>
            <a:off x="1" y="0"/>
            <a:ext cx="907200" cy="9906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6D2077"/>
          </a:solidFill>
        </p:spPr>
        <p:txBody>
          <a:bodyPr wrap="square" lIns="0" tIns="0" rIns="0" bIns="0" rtlCol="0">
            <a:noAutofit/>
          </a:bodyPr>
          <a:lstStyle/>
          <a:p>
            <a:endParaRPr sz="1457" dirty="0">
              <a:latin typeface="Arial" panose="020B0604020202020204" pitchFamily="34" charset="0"/>
            </a:endParaRPr>
          </a:p>
        </p:txBody>
      </p:sp>
      <p:sp>
        <p:nvSpPr>
          <p:cNvPr id="8" name="Text Placeholder 3"/>
          <p:cNvSpPr>
            <a:spLocks noGrp="1"/>
          </p:cNvSpPr>
          <p:nvPr>
            <p:ph type="body" sz="quarter" idx="11"/>
          </p:nvPr>
        </p:nvSpPr>
        <p:spPr>
          <a:xfrm>
            <a:off x="1373595" y="7274800"/>
            <a:ext cx="4629525" cy="312000"/>
          </a:xfrm>
        </p:spPr>
        <p:txBody>
          <a:bodyPr/>
          <a:lstStyle>
            <a:lvl1pPr>
              <a:defRPr sz="1187">
                <a:solidFill>
                  <a:schemeClr val="bg1"/>
                </a:solidFill>
              </a:defRPr>
            </a:lvl1pPr>
            <a:lvl2pPr>
              <a:defRPr sz="890">
                <a:solidFill>
                  <a:schemeClr val="bg1"/>
                </a:solidFill>
              </a:defRPr>
            </a:lvl2pPr>
            <a:lvl3pPr>
              <a:buClr>
                <a:schemeClr val="bg1"/>
              </a:buClr>
              <a:defRPr sz="890">
                <a:solidFill>
                  <a:schemeClr val="bg1"/>
                </a:solidFill>
              </a:defRPr>
            </a:lvl3pPr>
            <a:lvl4pPr>
              <a:buClr>
                <a:schemeClr val="bg1"/>
              </a:buClr>
              <a:defRPr sz="890">
                <a:solidFill>
                  <a:schemeClr val="bg1"/>
                </a:solidFill>
              </a:defRPr>
            </a:lvl4pPr>
            <a:lvl5pPr>
              <a:buClr>
                <a:schemeClr val="bg1"/>
              </a:buClr>
              <a:defRPr sz="890">
                <a:solidFill>
                  <a:schemeClr val="bg1"/>
                </a:solidFill>
              </a:defRPr>
            </a:lvl5pPr>
          </a:lstStyle>
          <a:p>
            <a:pPr lvl="0"/>
            <a:r>
              <a:rPr lang="en-US"/>
              <a:t>Click to edit Master text styles</a:t>
            </a:r>
          </a:p>
        </p:txBody>
      </p:sp>
      <p:sp>
        <p:nvSpPr>
          <p:cNvPr id="7" name="Freeform 19"/>
          <p:cNvSpPr>
            <a:spLocks noEditPoints="1"/>
          </p:cNvSpPr>
          <p:nvPr userDrawn="1"/>
        </p:nvSpPr>
        <p:spPr bwMode="auto">
          <a:xfrm>
            <a:off x="1402393" y="686400"/>
            <a:ext cx="777600" cy="3432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8664" tIns="49332" rIns="98664" bIns="49332" numCol="1" anchor="t" anchorCtr="0" compatLnSpc="1">
            <a:prstTxWarp prst="textNoShape">
              <a:avLst/>
            </a:prstTxWarp>
          </a:bodyPr>
          <a:lstStyle/>
          <a:p>
            <a:endParaRPr lang="en-GB" sz="1942" dirty="0"/>
          </a:p>
        </p:txBody>
      </p:sp>
    </p:spTree>
    <p:extLst>
      <p:ext uri="{BB962C8B-B14F-4D97-AF65-F5344CB8AC3E}">
        <p14:creationId xmlns:p14="http://schemas.microsoft.com/office/powerpoint/2010/main" val="3351945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Singular image title bar">
    <p:bg>
      <p:bgPr>
        <a:solidFill>
          <a:schemeClr val="accent1"/>
        </a:solidFill>
        <a:effectLst/>
      </p:bgPr>
    </p:bg>
    <p:spTree>
      <p:nvGrpSpPr>
        <p:cNvPr id="1" name=""/>
        <p:cNvGrpSpPr/>
        <p:nvPr/>
      </p:nvGrpSpPr>
      <p:grpSpPr>
        <a:xfrm>
          <a:off x="0" y="0"/>
          <a:ext cx="0" cy="0"/>
          <a:chOff x="0" y="0"/>
          <a:chExt cx="0" cy="0"/>
        </a:xfrm>
      </p:grpSpPr>
      <p:sp>
        <p:nvSpPr>
          <p:cNvPr id="4" name="object 3"/>
          <p:cNvSpPr/>
          <p:nvPr userDrawn="1"/>
        </p:nvSpPr>
        <p:spPr>
          <a:xfrm>
            <a:off x="-1" y="0"/>
            <a:ext cx="2743200" cy="9906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483698"/>
          </a:solidFill>
        </p:spPr>
        <p:txBody>
          <a:bodyPr wrap="square" lIns="0" tIns="0" rIns="0" bIns="0" rtlCol="0">
            <a:noAutofit/>
          </a:bodyPr>
          <a:lstStyle/>
          <a:p>
            <a:endParaRPr sz="1457" dirty="0">
              <a:latin typeface="Arial" panose="020B0604020202020204" pitchFamily="34" charset="0"/>
            </a:endParaRPr>
          </a:p>
        </p:txBody>
      </p:sp>
      <p:sp>
        <p:nvSpPr>
          <p:cNvPr id="8" name="Title 1"/>
          <p:cNvSpPr>
            <a:spLocks noGrp="1"/>
          </p:cNvSpPr>
          <p:nvPr>
            <p:ph type="ctrTitle" hasCustomPrompt="1"/>
          </p:nvPr>
        </p:nvSpPr>
        <p:spPr>
          <a:xfrm>
            <a:off x="360365" y="1423988"/>
            <a:ext cx="2140791" cy="5070000"/>
          </a:xfrm>
        </p:spPr>
        <p:txBody>
          <a:bodyPr anchor="t" anchorCtr="0"/>
          <a:lstStyle>
            <a:lvl1pPr algn="l">
              <a:defRPr sz="5827">
                <a:solidFill>
                  <a:schemeClr val="bg1"/>
                </a:solidFill>
              </a:defRPr>
            </a:lvl1pPr>
          </a:lstStyle>
          <a:p>
            <a:r>
              <a:rPr lang="en-GB" dirty="0"/>
              <a:t>Title slide – singular image title bar</a:t>
            </a:r>
            <a:endParaRPr lang="en-US" dirty="0"/>
          </a:p>
        </p:txBody>
      </p:sp>
      <p:sp>
        <p:nvSpPr>
          <p:cNvPr id="10" name="Text Placeholder 3"/>
          <p:cNvSpPr>
            <a:spLocks noGrp="1"/>
          </p:cNvSpPr>
          <p:nvPr>
            <p:ph type="body" sz="quarter" idx="11"/>
          </p:nvPr>
        </p:nvSpPr>
        <p:spPr>
          <a:xfrm>
            <a:off x="360365" y="6764388"/>
            <a:ext cx="2140791" cy="312000"/>
          </a:xfrm>
        </p:spPr>
        <p:txBody>
          <a:bodyPr/>
          <a:lstStyle>
            <a:lvl1pPr>
              <a:defRPr sz="863">
                <a:solidFill>
                  <a:schemeClr val="bg1"/>
                </a:solidFill>
              </a:defRPr>
            </a:lvl1pPr>
            <a:lvl2pPr>
              <a:defRPr sz="890">
                <a:solidFill>
                  <a:schemeClr val="bg1"/>
                </a:solidFill>
              </a:defRPr>
            </a:lvl2pPr>
            <a:lvl3pPr>
              <a:buClr>
                <a:schemeClr val="bg1"/>
              </a:buClr>
              <a:defRPr sz="890">
                <a:solidFill>
                  <a:schemeClr val="bg1"/>
                </a:solidFill>
              </a:defRPr>
            </a:lvl3pPr>
            <a:lvl4pPr>
              <a:buClr>
                <a:schemeClr val="bg1"/>
              </a:buClr>
              <a:defRPr sz="890">
                <a:solidFill>
                  <a:schemeClr val="bg1"/>
                </a:solidFill>
              </a:defRPr>
            </a:lvl4pPr>
            <a:lvl5pPr>
              <a:buClr>
                <a:schemeClr val="bg1"/>
              </a:buClr>
              <a:defRPr sz="890">
                <a:solidFill>
                  <a:schemeClr val="bg1"/>
                </a:solidFill>
              </a:defRPr>
            </a:lvl5pPr>
          </a:lstStyle>
          <a:p>
            <a:pPr lvl="0"/>
            <a:r>
              <a:rPr lang="en-US"/>
              <a:t>Click to edit Master text styles</a:t>
            </a:r>
          </a:p>
        </p:txBody>
      </p:sp>
      <p:sp>
        <p:nvSpPr>
          <p:cNvPr id="6" name="Freeform 19"/>
          <p:cNvSpPr>
            <a:spLocks noEditPoints="1"/>
          </p:cNvSpPr>
          <p:nvPr userDrawn="1"/>
        </p:nvSpPr>
        <p:spPr bwMode="auto">
          <a:xfrm>
            <a:off x="360363" y="686400"/>
            <a:ext cx="777600" cy="3432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8664" tIns="49332" rIns="98664" bIns="49332" numCol="1" anchor="t" anchorCtr="0" compatLnSpc="1">
            <a:prstTxWarp prst="textNoShape">
              <a:avLst/>
            </a:prstTxWarp>
          </a:bodyPr>
          <a:lstStyle/>
          <a:p>
            <a:endParaRPr lang="en-GB" sz="1942" dirty="0"/>
          </a:p>
        </p:txBody>
      </p:sp>
    </p:spTree>
    <p:extLst>
      <p:ext uri="{BB962C8B-B14F-4D97-AF65-F5344CB8AC3E}">
        <p14:creationId xmlns:p14="http://schemas.microsoft.com/office/powerpoint/2010/main" val="384233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 No image">
    <p:bg>
      <p:bgPr>
        <a:solidFill>
          <a:schemeClr val="accent1"/>
        </a:solidFill>
        <a:effectLst/>
      </p:bgPr>
    </p:bg>
    <p:spTree>
      <p:nvGrpSpPr>
        <p:cNvPr id="1" name=""/>
        <p:cNvGrpSpPr/>
        <p:nvPr/>
      </p:nvGrpSpPr>
      <p:grpSpPr>
        <a:xfrm>
          <a:off x="0" y="0"/>
          <a:ext cx="0" cy="0"/>
          <a:chOff x="0" y="0"/>
          <a:chExt cx="0" cy="0"/>
        </a:xfrm>
      </p:grpSpPr>
      <p:sp>
        <p:nvSpPr>
          <p:cNvPr id="4" name="object 3"/>
          <p:cNvSpPr/>
          <p:nvPr userDrawn="1"/>
        </p:nvSpPr>
        <p:spPr>
          <a:xfrm>
            <a:off x="1" y="0"/>
            <a:ext cx="907200" cy="9906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57" dirty="0">
              <a:latin typeface="Arial" panose="020B0604020202020204" pitchFamily="34" charset="0"/>
            </a:endParaRPr>
          </a:p>
        </p:txBody>
      </p:sp>
      <p:sp>
        <p:nvSpPr>
          <p:cNvPr id="8" name="Title 1"/>
          <p:cNvSpPr>
            <a:spLocks noGrp="1"/>
          </p:cNvSpPr>
          <p:nvPr>
            <p:ph type="ctrTitle" hasCustomPrompt="1"/>
          </p:nvPr>
        </p:nvSpPr>
        <p:spPr>
          <a:xfrm>
            <a:off x="1373594" y="1450800"/>
            <a:ext cx="3913928" cy="3802500"/>
          </a:xfrm>
        </p:spPr>
        <p:txBody>
          <a:bodyPr anchor="t" anchorCtr="0"/>
          <a:lstStyle>
            <a:lvl1pPr algn="l">
              <a:defRPr sz="8632">
                <a:solidFill>
                  <a:schemeClr val="bg1"/>
                </a:solidFill>
              </a:defRPr>
            </a:lvl1pPr>
          </a:lstStyle>
          <a:p>
            <a:r>
              <a:rPr lang="en-GB" dirty="0"/>
              <a:t>Title slide </a:t>
            </a:r>
            <a:br>
              <a:rPr lang="en-GB" dirty="0"/>
            </a:br>
            <a:r>
              <a:rPr lang="en-GB" dirty="0"/>
              <a:t>no image</a:t>
            </a:r>
            <a:endParaRPr lang="en-US" dirty="0"/>
          </a:p>
        </p:txBody>
      </p:sp>
      <p:sp>
        <p:nvSpPr>
          <p:cNvPr id="9" name="Subtitle 2"/>
          <p:cNvSpPr>
            <a:spLocks noGrp="1"/>
          </p:cNvSpPr>
          <p:nvPr>
            <p:ph type="subTitle" idx="1"/>
          </p:nvPr>
        </p:nvSpPr>
        <p:spPr>
          <a:xfrm>
            <a:off x="1373594" y="8056800"/>
            <a:ext cx="3913928" cy="234000"/>
          </a:xfrm>
        </p:spPr>
        <p:txBody>
          <a:bodyPr anchor="t" anchorCtr="0"/>
          <a:lstStyle>
            <a:lvl1pPr marL="0" indent="0" algn="l">
              <a:buNone/>
              <a:defRPr sz="1187">
                <a:solidFill>
                  <a:schemeClr val="bg1"/>
                </a:solidFill>
              </a:defRPr>
            </a:lvl1pPr>
            <a:lvl2pPr marL="493319" indent="0" algn="ctr">
              <a:buNone/>
              <a:defRPr sz="2158"/>
            </a:lvl2pPr>
            <a:lvl3pPr marL="986638" indent="0" algn="ctr">
              <a:buNone/>
              <a:defRPr sz="1942"/>
            </a:lvl3pPr>
            <a:lvl4pPr marL="1479956" indent="0" algn="ctr">
              <a:buNone/>
              <a:defRPr sz="1726"/>
            </a:lvl4pPr>
            <a:lvl5pPr marL="1973275" indent="0" algn="ctr">
              <a:buNone/>
              <a:defRPr sz="1726"/>
            </a:lvl5pPr>
            <a:lvl6pPr marL="2466594" indent="0" algn="ctr">
              <a:buNone/>
              <a:defRPr sz="1726"/>
            </a:lvl6pPr>
            <a:lvl7pPr marL="2959913" indent="0" algn="ctr">
              <a:buNone/>
              <a:defRPr sz="1726"/>
            </a:lvl7pPr>
            <a:lvl8pPr marL="3453232" indent="0" algn="ctr">
              <a:buNone/>
              <a:defRPr sz="1726"/>
            </a:lvl8pPr>
            <a:lvl9pPr marL="3946550" indent="0" algn="ctr">
              <a:buNone/>
              <a:defRPr sz="1726"/>
            </a:lvl9pPr>
          </a:lstStyle>
          <a:p>
            <a:r>
              <a:rPr lang="en-US"/>
              <a:t>Click to edit Master subtitle style</a:t>
            </a:r>
            <a:endParaRPr lang="en-US" dirty="0"/>
          </a:p>
        </p:txBody>
      </p:sp>
      <p:sp>
        <p:nvSpPr>
          <p:cNvPr id="12" name="Freeform 19"/>
          <p:cNvSpPr>
            <a:spLocks noEditPoints="1"/>
          </p:cNvSpPr>
          <p:nvPr userDrawn="1"/>
        </p:nvSpPr>
        <p:spPr bwMode="auto">
          <a:xfrm>
            <a:off x="1402393" y="686400"/>
            <a:ext cx="777600" cy="3432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8664" tIns="49332" rIns="98664" bIns="49332" numCol="1" anchor="t" anchorCtr="0" compatLnSpc="1">
            <a:prstTxWarp prst="textNoShape">
              <a:avLst/>
            </a:prstTxWarp>
          </a:bodyPr>
          <a:lstStyle/>
          <a:p>
            <a:endParaRPr lang="en-GB" sz="1942" dirty="0"/>
          </a:p>
        </p:txBody>
      </p:sp>
    </p:spTree>
    <p:extLst>
      <p:ext uri="{BB962C8B-B14F-4D97-AF65-F5344CB8AC3E}">
        <p14:creationId xmlns:p14="http://schemas.microsoft.com/office/powerpoint/2010/main" val="1497093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etter 1">
    <p:spTree>
      <p:nvGrpSpPr>
        <p:cNvPr id="1" name=""/>
        <p:cNvGrpSpPr/>
        <p:nvPr/>
      </p:nvGrpSpPr>
      <p:grpSpPr>
        <a:xfrm>
          <a:off x="0" y="0"/>
          <a:ext cx="0" cy="0"/>
          <a:chOff x="0" y="0"/>
          <a:chExt cx="0" cy="0"/>
        </a:xfrm>
      </p:grpSpPr>
      <p:sp>
        <p:nvSpPr>
          <p:cNvPr id="26" name="Text Placeholder 24"/>
          <p:cNvSpPr>
            <a:spLocks noGrp="1"/>
          </p:cNvSpPr>
          <p:nvPr>
            <p:ph type="body" sz="quarter" idx="15"/>
          </p:nvPr>
        </p:nvSpPr>
        <p:spPr>
          <a:xfrm>
            <a:off x="4725356" y="396367"/>
            <a:ext cx="1770694" cy="561559"/>
          </a:xfrm>
        </p:spPr>
        <p:txBody>
          <a:bodyPr/>
          <a:lstStyle>
            <a:lvl1pPr>
              <a:spcAft>
                <a:spcPts val="324"/>
              </a:spcAft>
              <a:tabLst>
                <a:tab pos="397396" algn="l"/>
              </a:tabLst>
              <a:defRPr sz="755" b="0">
                <a:solidFill>
                  <a:schemeClr val="tx2"/>
                </a:solidFill>
              </a:defRPr>
            </a:lvl1pPr>
            <a:lvl2pPr>
              <a:spcAft>
                <a:spcPts val="324"/>
              </a:spcAft>
              <a:tabLst>
                <a:tab pos="397396" algn="l"/>
              </a:tabLst>
              <a:defRPr sz="755">
                <a:solidFill>
                  <a:schemeClr val="tx2"/>
                </a:solidFill>
              </a:defRPr>
            </a:lvl2pPr>
            <a:lvl3pPr>
              <a:spcAft>
                <a:spcPts val="243"/>
              </a:spcAft>
              <a:defRPr sz="755"/>
            </a:lvl3pPr>
            <a:lvl4pPr>
              <a:spcAft>
                <a:spcPts val="243"/>
              </a:spcAft>
              <a:defRPr sz="755"/>
            </a:lvl4pPr>
            <a:lvl5pPr>
              <a:spcAft>
                <a:spcPts val="243"/>
              </a:spcAft>
              <a:defRPr sz="755"/>
            </a:lvl5pPr>
          </a:lstStyle>
          <a:p>
            <a:pPr lvl="0"/>
            <a:r>
              <a:rPr lang="en-US"/>
              <a:t>Click to edit Master text styles</a:t>
            </a:r>
          </a:p>
          <a:p>
            <a:pPr lvl="1"/>
            <a:r>
              <a:rPr lang="en-US"/>
              <a:t>Second level</a:t>
            </a:r>
          </a:p>
        </p:txBody>
      </p:sp>
      <p:sp>
        <p:nvSpPr>
          <p:cNvPr id="3" name="Text Placeholder 2"/>
          <p:cNvSpPr>
            <a:spLocks noGrp="1"/>
          </p:cNvSpPr>
          <p:nvPr>
            <p:ph type="body" sz="quarter" idx="16"/>
          </p:nvPr>
        </p:nvSpPr>
        <p:spPr>
          <a:xfrm>
            <a:off x="360365" y="1433513"/>
            <a:ext cx="6135687" cy="3695476"/>
          </a:xfrm>
        </p:spPr>
        <p:txBody>
          <a:bodyPr/>
          <a:lstStyle>
            <a:lvl1pPr>
              <a:defRPr sz="971"/>
            </a:lvl1pPr>
            <a:lvl2pPr>
              <a:defRPr sz="971"/>
            </a:lvl2pPr>
            <a:lvl3pPr>
              <a:defRPr sz="971"/>
            </a:lvl3pPr>
            <a:lvl4pPr>
              <a:defRPr sz="971"/>
            </a:lvl4pPr>
            <a:lvl5pPr>
              <a:defRPr sz="97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4" name="Text Placeholder 2"/>
          <p:cNvSpPr>
            <a:spLocks noGrp="1"/>
          </p:cNvSpPr>
          <p:nvPr>
            <p:ph type="body" sz="quarter" idx="17"/>
          </p:nvPr>
        </p:nvSpPr>
        <p:spPr>
          <a:xfrm>
            <a:off x="360365" y="5361916"/>
            <a:ext cx="6135687" cy="3631272"/>
          </a:xfrm>
          <a:ln w="6350">
            <a:solidFill>
              <a:schemeClr val="tx2"/>
            </a:solidFill>
          </a:ln>
        </p:spPr>
        <p:txBody>
          <a:bodyPr lIns="54000" tIns="54000" rIns="54000" bIns="54000"/>
          <a:lstStyle>
            <a:lvl1pPr>
              <a:defRPr sz="971"/>
            </a:lvl1pPr>
            <a:lvl2pPr>
              <a:defRPr sz="971"/>
            </a:lvl2pPr>
            <a:lvl3pPr>
              <a:defRPr sz="971"/>
            </a:lvl3pPr>
            <a:lvl4pPr>
              <a:defRPr sz="971"/>
            </a:lvl4pPr>
            <a:lvl5pPr>
              <a:defRPr sz="97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2" name="Text Placeholder 24"/>
          <p:cNvSpPr>
            <a:spLocks noGrp="1"/>
          </p:cNvSpPr>
          <p:nvPr>
            <p:ph type="body" sz="quarter" idx="19"/>
          </p:nvPr>
        </p:nvSpPr>
        <p:spPr>
          <a:xfrm>
            <a:off x="2709069" y="9328707"/>
            <a:ext cx="1582738" cy="271727"/>
          </a:xfrm>
        </p:spPr>
        <p:txBody>
          <a:bodyPr/>
          <a:lstStyle>
            <a:lvl1pPr>
              <a:spcAft>
                <a:spcPts val="243"/>
              </a:spcAft>
              <a:defRPr sz="540" b="0">
                <a:solidFill>
                  <a:schemeClr val="tx2"/>
                </a:solidFill>
              </a:defRPr>
            </a:lvl1pPr>
            <a:lvl2pPr>
              <a:spcAft>
                <a:spcPts val="243"/>
              </a:spcAft>
              <a:defRPr sz="540">
                <a:solidFill>
                  <a:schemeClr val="tx1"/>
                </a:solidFill>
              </a:defRPr>
            </a:lvl2pPr>
            <a:lvl3pPr>
              <a:spcAft>
                <a:spcPts val="243"/>
              </a:spcAft>
              <a:defRPr sz="432"/>
            </a:lvl3pPr>
            <a:lvl4pPr>
              <a:spcAft>
                <a:spcPts val="243"/>
              </a:spcAft>
              <a:defRPr sz="432"/>
            </a:lvl4pPr>
            <a:lvl5pPr>
              <a:spcAft>
                <a:spcPts val="243"/>
              </a:spcAft>
              <a:defRPr sz="432"/>
            </a:lvl5pPr>
          </a:lstStyle>
          <a:p>
            <a:pPr lvl="0"/>
            <a:r>
              <a:rPr lang="en-US"/>
              <a:t>Click to edit Master text styles</a:t>
            </a:r>
          </a:p>
        </p:txBody>
      </p:sp>
      <p:sp>
        <p:nvSpPr>
          <p:cNvPr id="34" name="Text Placeholder 24"/>
          <p:cNvSpPr>
            <a:spLocks noGrp="1"/>
          </p:cNvSpPr>
          <p:nvPr>
            <p:ph type="body" sz="quarter" idx="20"/>
          </p:nvPr>
        </p:nvSpPr>
        <p:spPr>
          <a:xfrm>
            <a:off x="4567400" y="9328707"/>
            <a:ext cx="1582738" cy="271727"/>
          </a:xfrm>
        </p:spPr>
        <p:txBody>
          <a:bodyPr/>
          <a:lstStyle>
            <a:lvl1pPr>
              <a:spcAft>
                <a:spcPts val="243"/>
              </a:spcAft>
              <a:defRPr sz="540" b="0">
                <a:solidFill>
                  <a:schemeClr val="tx2"/>
                </a:solidFill>
              </a:defRPr>
            </a:lvl1pPr>
            <a:lvl2pPr>
              <a:spcAft>
                <a:spcPts val="243"/>
              </a:spcAft>
              <a:defRPr sz="540">
                <a:solidFill>
                  <a:schemeClr val="tx1"/>
                </a:solidFill>
              </a:defRPr>
            </a:lvl2pPr>
            <a:lvl3pPr>
              <a:spcAft>
                <a:spcPts val="243"/>
              </a:spcAft>
              <a:defRPr sz="432"/>
            </a:lvl3pPr>
            <a:lvl4pPr>
              <a:spcAft>
                <a:spcPts val="243"/>
              </a:spcAft>
              <a:defRPr sz="432"/>
            </a:lvl4pPr>
            <a:lvl5pPr>
              <a:spcAft>
                <a:spcPts val="243"/>
              </a:spcAft>
              <a:defRPr sz="432"/>
            </a:lvl5pPr>
          </a:lstStyle>
          <a:p>
            <a:pPr lvl="0"/>
            <a:r>
              <a:rPr lang="en-US"/>
              <a:t>Click to edit Master text styles</a:t>
            </a:r>
          </a:p>
        </p:txBody>
      </p:sp>
      <p:sp>
        <p:nvSpPr>
          <p:cNvPr id="35" name="Text Placeholder 24"/>
          <p:cNvSpPr>
            <a:spLocks noGrp="1"/>
          </p:cNvSpPr>
          <p:nvPr>
            <p:ph type="body" sz="quarter" idx="21"/>
          </p:nvPr>
        </p:nvSpPr>
        <p:spPr>
          <a:xfrm>
            <a:off x="2713038" y="396367"/>
            <a:ext cx="1770694" cy="561559"/>
          </a:xfrm>
        </p:spPr>
        <p:txBody>
          <a:bodyPr/>
          <a:lstStyle>
            <a:lvl1pPr>
              <a:spcAft>
                <a:spcPts val="324"/>
              </a:spcAft>
              <a:defRPr sz="755"/>
            </a:lvl1pPr>
            <a:lvl2pPr>
              <a:spcAft>
                <a:spcPts val="324"/>
              </a:spcAft>
              <a:defRPr sz="755"/>
            </a:lvl2pPr>
            <a:lvl3pPr marL="0" indent="0">
              <a:spcAft>
                <a:spcPts val="324"/>
              </a:spcAft>
              <a:buFontTx/>
              <a:buNone/>
              <a:defRPr sz="755">
                <a:solidFill>
                  <a:schemeClr val="tx1"/>
                </a:solidFill>
              </a:defRPr>
            </a:lvl3pPr>
            <a:lvl4pPr>
              <a:spcAft>
                <a:spcPts val="243"/>
              </a:spcAft>
              <a:defRPr sz="755"/>
            </a:lvl4pPr>
            <a:lvl5pPr>
              <a:spcAft>
                <a:spcPts val="243"/>
              </a:spcAft>
              <a:defRPr sz="755"/>
            </a:lvl5pPr>
          </a:lstStyle>
          <a:p>
            <a:pPr lvl="0"/>
            <a:r>
              <a:rPr lang="en-US"/>
              <a:t>Click to edit Master text styles</a:t>
            </a:r>
          </a:p>
          <a:p>
            <a:pPr lvl="1"/>
            <a:r>
              <a:rPr lang="en-US"/>
              <a:t>Second level</a:t>
            </a:r>
          </a:p>
          <a:p>
            <a:pPr lvl="2"/>
            <a:r>
              <a:rPr lang="en-US"/>
              <a:t>Third level</a:t>
            </a:r>
          </a:p>
        </p:txBody>
      </p:sp>
      <p:sp>
        <p:nvSpPr>
          <p:cNvPr id="4" name="Text Placeholder 3"/>
          <p:cNvSpPr>
            <a:spLocks noGrp="1"/>
          </p:cNvSpPr>
          <p:nvPr>
            <p:ph type="body" sz="quarter" idx="22" hasCustomPrompt="1"/>
          </p:nvPr>
        </p:nvSpPr>
        <p:spPr>
          <a:xfrm>
            <a:off x="4716465" y="1650757"/>
            <a:ext cx="1779587" cy="801423"/>
          </a:xfrm>
        </p:spPr>
        <p:txBody>
          <a:bodyPr/>
          <a:lstStyle>
            <a:lvl1pPr>
              <a:defRPr sz="863"/>
            </a:lvl1pPr>
            <a:lvl2pPr>
              <a:defRPr sz="863"/>
            </a:lvl2pPr>
            <a:lvl3pPr>
              <a:defRPr sz="863"/>
            </a:lvl3pPr>
            <a:lvl4pPr>
              <a:defRPr sz="863"/>
            </a:lvl4pPr>
            <a:lvl5pPr>
              <a:defRPr sz="863"/>
            </a:lvl5pPr>
          </a:lstStyle>
          <a:p>
            <a:pPr lvl="1"/>
            <a:r>
              <a:rPr lang="en-US" dirty="0"/>
              <a:t>Second level</a:t>
            </a:r>
          </a:p>
        </p:txBody>
      </p:sp>
      <p:sp>
        <p:nvSpPr>
          <p:cNvPr id="12" name="TextBox 11"/>
          <p:cNvSpPr txBox="1"/>
          <p:nvPr userDrawn="1"/>
        </p:nvSpPr>
        <p:spPr>
          <a:xfrm>
            <a:off x="1270500" y="9671540"/>
            <a:ext cx="4114800" cy="158241"/>
          </a:xfrm>
          <a:prstGeom prst="rect">
            <a:avLst/>
          </a:prstGeom>
          <a:noFill/>
        </p:spPr>
        <p:txBody>
          <a:bodyPr wrap="square" lIns="0" tIns="0" rIns="0" bIns="0" rtlCol="0">
            <a:noAutofit/>
          </a:bodyPr>
          <a:lstStyle/>
          <a:p>
            <a:pPr marL="0" marR="0" lvl="0" indent="0" algn="ctr" defTabSz="739942" rtl="0" eaLnBrk="1" fontAlgn="auto" latinLnBrk="0" hangingPunct="1">
              <a:lnSpc>
                <a:spcPct val="100000"/>
              </a:lnSpc>
              <a:spcBef>
                <a:spcPts val="0"/>
              </a:spcBef>
              <a:spcAft>
                <a:spcPts val="0"/>
              </a:spcAft>
              <a:buClrTx/>
              <a:buSzTx/>
              <a:buFontTx/>
              <a:buNone/>
              <a:tabLst/>
              <a:defRPr/>
            </a:pPr>
            <a:r>
              <a:rPr lang="en-GB" sz="486" b="1" kern="1200" noProof="0" dirty="0">
                <a:solidFill>
                  <a:schemeClr val="tx1"/>
                </a:solidFill>
                <a:latin typeface="+mn-lt"/>
                <a:ea typeface="+mn-ea"/>
                <a:cs typeface="+mn-cs"/>
              </a:rPr>
              <a:t>Document Classification: KPMG Confidential</a:t>
            </a:r>
          </a:p>
        </p:txBody>
      </p:sp>
      <p:sp>
        <p:nvSpPr>
          <p:cNvPr id="14" name="Shape 8"/>
          <p:cNvSpPr txBox="1">
            <a:spLocks/>
          </p:cNvSpPr>
          <p:nvPr userDrawn="1"/>
        </p:nvSpPr>
        <p:spPr>
          <a:xfrm>
            <a:off x="6037200" y="9365987"/>
            <a:ext cx="459944" cy="215817"/>
          </a:xfrm>
          <a:prstGeom prst="rect">
            <a:avLst/>
          </a:prstGeom>
        </p:spPr>
        <p:txBody>
          <a:bodyPr lIns="0" tIns="0" rIns="0" bIns="0" anchor="t"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079" smtClean="0">
                <a:solidFill>
                  <a:schemeClr val="tx2"/>
                </a:solidFill>
                <a:latin typeface="+mn-lt"/>
                <a:ea typeface="Arial"/>
                <a:cs typeface="Arial" panose="020B0604020202020204" pitchFamily="34" charset="0"/>
              </a:rPr>
              <a:pPr algn="r"/>
              <a:t>‹#›</a:t>
            </a:fld>
            <a:endParaRPr lang="en-US" sz="1079" dirty="0">
              <a:solidFill>
                <a:schemeClr val="tx2"/>
              </a:solidFill>
              <a:latin typeface="+mn-lt"/>
              <a:ea typeface="Arial"/>
              <a:cs typeface="Arial" panose="020B0604020202020204" pitchFamily="34" charset="0"/>
            </a:endParaRPr>
          </a:p>
        </p:txBody>
      </p:sp>
    </p:spTree>
    <p:extLst>
      <p:ext uri="{BB962C8B-B14F-4D97-AF65-F5344CB8AC3E}">
        <p14:creationId xmlns:p14="http://schemas.microsoft.com/office/powerpoint/2010/main" val="635196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etter 2">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a:xfrm>
            <a:off x="360365" y="1433513"/>
            <a:ext cx="6135687" cy="7559675"/>
          </a:xfrm>
        </p:spPr>
        <p:txBody>
          <a:bodyPr/>
          <a:lstStyle>
            <a:lvl1pPr>
              <a:defRPr sz="971"/>
            </a:lvl1pPr>
            <a:lvl2pPr>
              <a:defRPr sz="971"/>
            </a:lvl2pPr>
            <a:lvl3pPr>
              <a:defRPr sz="971"/>
            </a:lvl3pPr>
            <a:lvl4pPr>
              <a:defRPr sz="971"/>
            </a:lvl4pPr>
            <a:lvl5pPr>
              <a:defRPr sz="97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5" name="Text Placeholder 24"/>
          <p:cNvSpPr>
            <a:spLocks noGrp="1"/>
          </p:cNvSpPr>
          <p:nvPr>
            <p:ph type="body" sz="quarter" idx="21"/>
          </p:nvPr>
        </p:nvSpPr>
        <p:spPr>
          <a:xfrm>
            <a:off x="4051300" y="396367"/>
            <a:ext cx="2444750" cy="561559"/>
          </a:xfrm>
        </p:spPr>
        <p:txBody>
          <a:bodyPr/>
          <a:lstStyle>
            <a:lvl1pPr algn="r">
              <a:spcAft>
                <a:spcPts val="243"/>
              </a:spcAft>
              <a:defRPr sz="755"/>
            </a:lvl1pPr>
            <a:lvl2pPr algn="r">
              <a:spcAft>
                <a:spcPts val="243"/>
              </a:spcAft>
              <a:defRPr sz="755"/>
            </a:lvl2pPr>
            <a:lvl3pPr>
              <a:spcAft>
                <a:spcPts val="243"/>
              </a:spcAft>
              <a:defRPr sz="728"/>
            </a:lvl3pPr>
            <a:lvl4pPr>
              <a:spcAft>
                <a:spcPts val="243"/>
              </a:spcAft>
              <a:defRPr sz="728"/>
            </a:lvl4pPr>
            <a:lvl5pPr>
              <a:spcAft>
                <a:spcPts val="243"/>
              </a:spcAft>
              <a:defRPr sz="728"/>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59448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403712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2"/>
          <p:cNvSpPr>
            <a:spLocks noGrp="1"/>
          </p:cNvSpPr>
          <p:nvPr>
            <p:ph type="body" sz="quarter" idx="16"/>
          </p:nvPr>
        </p:nvSpPr>
        <p:spPr>
          <a:xfrm>
            <a:off x="360363" y="1433513"/>
            <a:ext cx="6134400" cy="7559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Title 2"/>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2854745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wo Text">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a:xfrm>
            <a:off x="360363" y="1433513"/>
            <a:ext cx="2988000" cy="7559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2"/>
          <p:cNvSpPr>
            <a:spLocks noGrp="1"/>
          </p:cNvSpPr>
          <p:nvPr>
            <p:ph type="body" sz="quarter" idx="17"/>
          </p:nvPr>
        </p:nvSpPr>
        <p:spPr>
          <a:xfrm>
            <a:off x="3508050" y="1433513"/>
            <a:ext cx="2988000" cy="7559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itle 3"/>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4982082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with super title">
    <p:spTree>
      <p:nvGrpSpPr>
        <p:cNvPr id="1" name=""/>
        <p:cNvGrpSpPr/>
        <p:nvPr/>
      </p:nvGrpSpPr>
      <p:grpSpPr>
        <a:xfrm>
          <a:off x="0" y="0"/>
          <a:ext cx="0" cy="0"/>
          <a:chOff x="0" y="0"/>
          <a:chExt cx="0" cy="0"/>
        </a:xfrm>
      </p:grpSpPr>
      <p:sp>
        <p:nvSpPr>
          <p:cNvPr id="6" name="Text Placeholder 4"/>
          <p:cNvSpPr>
            <a:spLocks noGrp="1"/>
          </p:cNvSpPr>
          <p:nvPr>
            <p:ph type="body" sz="quarter" idx="11" hasCustomPrompt="1"/>
          </p:nvPr>
        </p:nvSpPr>
        <p:spPr>
          <a:xfrm>
            <a:off x="362744" y="65352"/>
            <a:ext cx="6134400" cy="244400"/>
          </a:xfrm>
        </p:spPr>
        <p:txBody>
          <a:bodyPr anchor="b"/>
          <a:lstStyle>
            <a:lvl1pPr>
              <a:spcAft>
                <a:spcPts val="0"/>
              </a:spcAft>
              <a:defRPr sz="1295"/>
            </a:lvl1pPr>
          </a:lstStyle>
          <a:p>
            <a:pPr lvl="0"/>
            <a:r>
              <a:rPr lang="en-US" dirty="0"/>
              <a:t>Super title here</a:t>
            </a:r>
          </a:p>
        </p:txBody>
      </p:sp>
      <p:sp>
        <p:nvSpPr>
          <p:cNvPr id="3" name="Title 2"/>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35952215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with super title and Text">
    <p:spTree>
      <p:nvGrpSpPr>
        <p:cNvPr id="1" name=""/>
        <p:cNvGrpSpPr/>
        <p:nvPr/>
      </p:nvGrpSpPr>
      <p:grpSpPr>
        <a:xfrm>
          <a:off x="0" y="0"/>
          <a:ext cx="0" cy="0"/>
          <a:chOff x="0" y="0"/>
          <a:chExt cx="0" cy="0"/>
        </a:xfrm>
      </p:grpSpPr>
      <p:sp>
        <p:nvSpPr>
          <p:cNvPr id="6" name="Text Placeholder 4"/>
          <p:cNvSpPr>
            <a:spLocks noGrp="1"/>
          </p:cNvSpPr>
          <p:nvPr>
            <p:ph type="body" sz="quarter" idx="11" hasCustomPrompt="1"/>
          </p:nvPr>
        </p:nvSpPr>
        <p:spPr>
          <a:xfrm>
            <a:off x="362744" y="65352"/>
            <a:ext cx="6134400" cy="244400"/>
          </a:xfrm>
        </p:spPr>
        <p:txBody>
          <a:bodyPr anchor="b"/>
          <a:lstStyle>
            <a:lvl1pPr>
              <a:spcAft>
                <a:spcPts val="0"/>
              </a:spcAft>
              <a:defRPr sz="1295"/>
            </a:lvl1pPr>
          </a:lstStyle>
          <a:p>
            <a:pPr lvl="0"/>
            <a:r>
              <a:rPr lang="en-US" dirty="0"/>
              <a:t>Super title here</a:t>
            </a:r>
          </a:p>
        </p:txBody>
      </p:sp>
      <p:sp>
        <p:nvSpPr>
          <p:cNvPr id="3" name="Title 2"/>
          <p:cNvSpPr>
            <a:spLocks noGrp="1"/>
          </p:cNvSpPr>
          <p:nvPr>
            <p:ph type="title"/>
          </p:nvPr>
        </p:nvSpPr>
        <p:spPr/>
        <p:txBody>
          <a:bodyPr/>
          <a:lstStyle/>
          <a:p>
            <a:r>
              <a:rPr lang="en-US"/>
              <a:t>Click to edit Master title style</a:t>
            </a:r>
            <a:endParaRPr lang="en-GB" dirty="0"/>
          </a:p>
        </p:txBody>
      </p:sp>
      <p:sp>
        <p:nvSpPr>
          <p:cNvPr id="4" name="Text Placeholder 2"/>
          <p:cNvSpPr>
            <a:spLocks noGrp="1"/>
          </p:cNvSpPr>
          <p:nvPr>
            <p:ph type="body" sz="quarter" idx="16"/>
          </p:nvPr>
        </p:nvSpPr>
        <p:spPr>
          <a:xfrm>
            <a:off x="360364" y="1433513"/>
            <a:ext cx="6135687" cy="7559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153194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with super title and Two Text">
    <p:spTree>
      <p:nvGrpSpPr>
        <p:cNvPr id="1" name=""/>
        <p:cNvGrpSpPr/>
        <p:nvPr/>
      </p:nvGrpSpPr>
      <p:grpSpPr>
        <a:xfrm>
          <a:off x="0" y="0"/>
          <a:ext cx="0" cy="0"/>
          <a:chOff x="0" y="0"/>
          <a:chExt cx="0" cy="0"/>
        </a:xfrm>
      </p:grpSpPr>
      <p:sp>
        <p:nvSpPr>
          <p:cNvPr id="6" name="Text Placeholder 4"/>
          <p:cNvSpPr>
            <a:spLocks noGrp="1"/>
          </p:cNvSpPr>
          <p:nvPr>
            <p:ph type="body" sz="quarter" idx="11" hasCustomPrompt="1"/>
          </p:nvPr>
        </p:nvSpPr>
        <p:spPr>
          <a:xfrm>
            <a:off x="362744" y="65352"/>
            <a:ext cx="6134400" cy="244400"/>
          </a:xfrm>
        </p:spPr>
        <p:txBody>
          <a:bodyPr anchor="b"/>
          <a:lstStyle>
            <a:lvl1pPr>
              <a:spcAft>
                <a:spcPts val="0"/>
              </a:spcAft>
              <a:defRPr sz="1295"/>
            </a:lvl1pPr>
          </a:lstStyle>
          <a:p>
            <a:pPr lvl="0"/>
            <a:r>
              <a:rPr lang="en-US" dirty="0"/>
              <a:t>Super title here</a:t>
            </a:r>
          </a:p>
        </p:txBody>
      </p:sp>
      <p:sp>
        <p:nvSpPr>
          <p:cNvPr id="4" name="Text Placeholder 2"/>
          <p:cNvSpPr>
            <a:spLocks noGrp="1"/>
          </p:cNvSpPr>
          <p:nvPr>
            <p:ph type="body" sz="quarter" idx="16"/>
          </p:nvPr>
        </p:nvSpPr>
        <p:spPr>
          <a:xfrm>
            <a:off x="360363" y="1433513"/>
            <a:ext cx="2988000" cy="7559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2"/>
          <p:cNvSpPr>
            <a:spLocks noGrp="1"/>
          </p:cNvSpPr>
          <p:nvPr>
            <p:ph type="body" sz="quarter" idx="17"/>
          </p:nvPr>
        </p:nvSpPr>
        <p:spPr>
          <a:xfrm>
            <a:off x="3508050" y="1433513"/>
            <a:ext cx="2988000" cy="7559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794056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debar with super title Only">
    <p:spTree>
      <p:nvGrpSpPr>
        <p:cNvPr id="1" name=""/>
        <p:cNvGrpSpPr/>
        <p:nvPr/>
      </p:nvGrpSpPr>
      <p:grpSpPr>
        <a:xfrm>
          <a:off x="0" y="0"/>
          <a:ext cx="0" cy="0"/>
          <a:chOff x="0" y="0"/>
          <a:chExt cx="0" cy="0"/>
        </a:xfrm>
      </p:grpSpPr>
      <p:sp>
        <p:nvSpPr>
          <p:cNvPr id="6" name="Text Placeholder 4"/>
          <p:cNvSpPr>
            <a:spLocks noGrp="1"/>
          </p:cNvSpPr>
          <p:nvPr>
            <p:ph type="body" sz="quarter" idx="11" hasCustomPrompt="1"/>
          </p:nvPr>
        </p:nvSpPr>
        <p:spPr>
          <a:xfrm>
            <a:off x="362744" y="65352"/>
            <a:ext cx="6134400" cy="244400"/>
          </a:xfrm>
        </p:spPr>
        <p:txBody>
          <a:bodyPr anchor="b"/>
          <a:lstStyle>
            <a:lvl1pPr>
              <a:spcAft>
                <a:spcPts val="0"/>
              </a:spcAft>
              <a:defRPr sz="1295"/>
            </a:lvl1pPr>
          </a:lstStyle>
          <a:p>
            <a:pPr lvl="0"/>
            <a:r>
              <a:rPr lang="en-US" dirty="0"/>
              <a:t>Super title here</a:t>
            </a:r>
          </a:p>
        </p:txBody>
      </p:sp>
      <p:sp>
        <p:nvSpPr>
          <p:cNvPr id="3" name="Title 2"/>
          <p:cNvSpPr>
            <a:spLocks noGrp="1"/>
          </p:cNvSpPr>
          <p:nvPr>
            <p:ph type="title"/>
          </p:nvPr>
        </p:nvSpPr>
        <p:spPr/>
        <p:txBody>
          <a:bodyPr/>
          <a:lstStyle/>
          <a:p>
            <a:r>
              <a:rPr lang="en-US"/>
              <a:t>Click to edit Master title style</a:t>
            </a:r>
            <a:endParaRPr lang="en-GB" dirty="0"/>
          </a:p>
        </p:txBody>
      </p:sp>
      <p:sp>
        <p:nvSpPr>
          <p:cNvPr id="4" name="Text Placeholder 2"/>
          <p:cNvSpPr>
            <a:spLocks noGrp="1"/>
          </p:cNvSpPr>
          <p:nvPr>
            <p:ph type="body" sz="quarter" idx="16"/>
          </p:nvPr>
        </p:nvSpPr>
        <p:spPr>
          <a:xfrm>
            <a:off x="360363" y="1433513"/>
            <a:ext cx="1104192" cy="7559675"/>
          </a:xfrm>
          <a:solidFill>
            <a:srgbClr val="0091DA"/>
          </a:solidFill>
        </p:spPr>
        <p:txBody>
          <a:bodyPr lIns="54610" tIns="54610" rIns="54610" bIns="54610"/>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7576322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debar with super title and One Text">
    <p:spTree>
      <p:nvGrpSpPr>
        <p:cNvPr id="1" name=""/>
        <p:cNvGrpSpPr/>
        <p:nvPr/>
      </p:nvGrpSpPr>
      <p:grpSpPr>
        <a:xfrm>
          <a:off x="0" y="0"/>
          <a:ext cx="0" cy="0"/>
          <a:chOff x="0" y="0"/>
          <a:chExt cx="0" cy="0"/>
        </a:xfrm>
      </p:grpSpPr>
      <p:sp>
        <p:nvSpPr>
          <p:cNvPr id="6" name="Text Placeholder 4"/>
          <p:cNvSpPr>
            <a:spLocks noGrp="1"/>
          </p:cNvSpPr>
          <p:nvPr>
            <p:ph type="body" sz="quarter" idx="11" hasCustomPrompt="1"/>
          </p:nvPr>
        </p:nvSpPr>
        <p:spPr>
          <a:xfrm>
            <a:off x="362744" y="65352"/>
            <a:ext cx="6134400" cy="244400"/>
          </a:xfrm>
        </p:spPr>
        <p:txBody>
          <a:bodyPr anchor="b"/>
          <a:lstStyle>
            <a:lvl1pPr>
              <a:spcAft>
                <a:spcPts val="0"/>
              </a:spcAft>
              <a:defRPr sz="1295"/>
            </a:lvl1pPr>
          </a:lstStyle>
          <a:p>
            <a:pPr lvl="0"/>
            <a:r>
              <a:rPr lang="en-US" dirty="0"/>
              <a:t>Super title here</a:t>
            </a:r>
          </a:p>
        </p:txBody>
      </p:sp>
      <p:sp>
        <p:nvSpPr>
          <p:cNvPr id="4" name="Text Placeholder 2"/>
          <p:cNvSpPr>
            <a:spLocks noGrp="1"/>
          </p:cNvSpPr>
          <p:nvPr>
            <p:ph type="body" sz="quarter" idx="16"/>
          </p:nvPr>
        </p:nvSpPr>
        <p:spPr>
          <a:xfrm>
            <a:off x="360363" y="1433514"/>
            <a:ext cx="1104192" cy="7569199"/>
          </a:xfrm>
          <a:solidFill>
            <a:srgbClr val="0091DA"/>
          </a:solidFill>
        </p:spPr>
        <p:txBody>
          <a:bodyPr lIns="54610" tIns="54610" rIns="54610" bIns="54610"/>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17"/>
          </p:nvPr>
        </p:nvSpPr>
        <p:spPr>
          <a:xfrm>
            <a:off x="1600050" y="1433512"/>
            <a:ext cx="4896000" cy="7559675"/>
          </a:xfrm>
          <a:ln>
            <a:solidFill>
              <a:srgbClr val="0091DA"/>
            </a:solidFill>
          </a:ln>
        </p:spPr>
        <p:txBody>
          <a:bodyPr lIns="54610" tIns="54610" rIns="54610" bIns="5461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2850447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bar with super title and Two Text">
    <p:spTree>
      <p:nvGrpSpPr>
        <p:cNvPr id="1" name=""/>
        <p:cNvGrpSpPr/>
        <p:nvPr/>
      </p:nvGrpSpPr>
      <p:grpSpPr>
        <a:xfrm>
          <a:off x="0" y="0"/>
          <a:ext cx="0" cy="0"/>
          <a:chOff x="0" y="0"/>
          <a:chExt cx="0" cy="0"/>
        </a:xfrm>
      </p:grpSpPr>
      <p:sp>
        <p:nvSpPr>
          <p:cNvPr id="6" name="Text Placeholder 4"/>
          <p:cNvSpPr>
            <a:spLocks noGrp="1"/>
          </p:cNvSpPr>
          <p:nvPr>
            <p:ph type="body" sz="quarter" idx="11" hasCustomPrompt="1"/>
          </p:nvPr>
        </p:nvSpPr>
        <p:spPr>
          <a:xfrm>
            <a:off x="362744" y="65352"/>
            <a:ext cx="6134400" cy="244400"/>
          </a:xfrm>
        </p:spPr>
        <p:txBody>
          <a:bodyPr anchor="b"/>
          <a:lstStyle>
            <a:lvl1pPr>
              <a:spcAft>
                <a:spcPts val="0"/>
              </a:spcAft>
              <a:defRPr sz="1295"/>
            </a:lvl1pPr>
          </a:lstStyle>
          <a:p>
            <a:pPr lvl="0"/>
            <a:r>
              <a:rPr lang="en-US" dirty="0"/>
              <a:t>Super title here</a:t>
            </a:r>
          </a:p>
        </p:txBody>
      </p:sp>
      <p:sp>
        <p:nvSpPr>
          <p:cNvPr id="4" name="Text Placeholder 2"/>
          <p:cNvSpPr>
            <a:spLocks noGrp="1"/>
          </p:cNvSpPr>
          <p:nvPr>
            <p:ph type="body" sz="quarter" idx="16"/>
          </p:nvPr>
        </p:nvSpPr>
        <p:spPr>
          <a:xfrm>
            <a:off x="360363" y="1433513"/>
            <a:ext cx="1104192" cy="7559675"/>
          </a:xfrm>
          <a:solidFill>
            <a:srgbClr val="0091DA"/>
          </a:solidFill>
        </p:spPr>
        <p:txBody>
          <a:bodyPr lIns="54610" tIns="54610" rIns="54610" bIns="54610"/>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17"/>
          </p:nvPr>
        </p:nvSpPr>
        <p:spPr>
          <a:xfrm>
            <a:off x="1600050" y="1433513"/>
            <a:ext cx="2376000" cy="7559675"/>
          </a:xfrm>
          <a:ln>
            <a:solidFill>
              <a:srgbClr val="0091DA"/>
            </a:solidFill>
          </a:ln>
        </p:spPr>
        <p:txBody>
          <a:bodyPr lIns="54610" tIns="54610" rIns="54610" bIns="5461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ext Placeholder 6"/>
          <p:cNvSpPr>
            <a:spLocks noGrp="1"/>
          </p:cNvSpPr>
          <p:nvPr>
            <p:ph type="body" sz="quarter" idx="18"/>
          </p:nvPr>
        </p:nvSpPr>
        <p:spPr>
          <a:xfrm>
            <a:off x="4111545" y="1433513"/>
            <a:ext cx="2376000" cy="7559675"/>
          </a:xfrm>
          <a:ln>
            <a:solidFill>
              <a:srgbClr val="0091DA"/>
            </a:solidFill>
          </a:ln>
        </p:spPr>
        <p:txBody>
          <a:bodyPr lIns="54610" tIns="54610" rIns="54610" bIns="5461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6605527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62608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icture layou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0"/>
            <a:ext cx="6858000" cy="9906000"/>
          </a:xfrm>
        </p:spPr>
        <p:txBody>
          <a:bodyPr/>
          <a:lstStyle/>
          <a:p>
            <a:r>
              <a:rPr lang="en-US"/>
              <a:t>Click icon to add picture</a:t>
            </a:r>
            <a:endParaRPr lang="en-GB"/>
          </a:p>
        </p:txBody>
      </p:sp>
    </p:spTree>
    <p:extLst>
      <p:ext uri="{BB962C8B-B14F-4D97-AF65-F5344CB8AC3E}">
        <p14:creationId xmlns:p14="http://schemas.microsoft.com/office/powerpoint/2010/main" val="6998260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e Table with Text">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a:xfrm>
            <a:off x="362744" y="5361916"/>
            <a:ext cx="6133306" cy="370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able Placeholder 6"/>
          <p:cNvSpPr>
            <a:spLocks noGrp="1"/>
          </p:cNvSpPr>
          <p:nvPr>
            <p:ph type="tbl" sz="quarter" idx="18"/>
          </p:nvPr>
        </p:nvSpPr>
        <p:spPr>
          <a:xfrm>
            <a:off x="362744" y="1433513"/>
            <a:ext cx="6133306" cy="3694906"/>
          </a:xfrm>
        </p:spPr>
        <p:txBody>
          <a:bodyPr anchor="ctr"/>
          <a:lstStyle>
            <a:lvl1pPr algn="ctr">
              <a:defRPr/>
            </a:lvl1pPr>
          </a:lstStyle>
          <a:p>
            <a:r>
              <a:rPr lang="en-US"/>
              <a:t>Click icon to add table</a:t>
            </a:r>
            <a:endParaRPr lang="en-GB" dirty="0"/>
          </a:p>
        </p:txBody>
      </p:sp>
      <p:sp>
        <p:nvSpPr>
          <p:cNvPr id="4" name="Title 3"/>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9919679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Two Tables Two Text">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a:xfrm>
            <a:off x="3508050" y="5288188"/>
            <a:ext cx="2988000" cy="370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2"/>
          <p:cNvSpPr>
            <a:spLocks noGrp="1"/>
          </p:cNvSpPr>
          <p:nvPr>
            <p:ph type="body" sz="quarter" idx="17"/>
          </p:nvPr>
        </p:nvSpPr>
        <p:spPr>
          <a:xfrm>
            <a:off x="3508050" y="1451587"/>
            <a:ext cx="2988000" cy="370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able Placeholder 6"/>
          <p:cNvSpPr>
            <a:spLocks noGrp="1"/>
          </p:cNvSpPr>
          <p:nvPr>
            <p:ph type="tbl" sz="quarter" idx="18"/>
          </p:nvPr>
        </p:nvSpPr>
        <p:spPr>
          <a:xfrm>
            <a:off x="362744" y="1451586"/>
            <a:ext cx="2988000" cy="3704431"/>
          </a:xfrm>
        </p:spPr>
        <p:txBody>
          <a:bodyPr anchor="ctr"/>
          <a:lstStyle>
            <a:lvl1pPr algn="ctr">
              <a:defRPr/>
            </a:lvl1pPr>
          </a:lstStyle>
          <a:p>
            <a:r>
              <a:rPr lang="en-US"/>
              <a:t>Click icon to add table</a:t>
            </a:r>
            <a:endParaRPr lang="en-GB" dirty="0"/>
          </a:p>
        </p:txBody>
      </p:sp>
      <p:sp>
        <p:nvSpPr>
          <p:cNvPr id="8" name="Table Placeholder 6"/>
          <p:cNvSpPr>
            <a:spLocks noGrp="1"/>
          </p:cNvSpPr>
          <p:nvPr>
            <p:ph type="tbl" sz="quarter" idx="19"/>
          </p:nvPr>
        </p:nvSpPr>
        <p:spPr>
          <a:xfrm>
            <a:off x="362744" y="5288759"/>
            <a:ext cx="2988000" cy="3704431"/>
          </a:xfrm>
        </p:spPr>
        <p:txBody>
          <a:bodyPr anchor="ctr"/>
          <a:lstStyle>
            <a:lvl1pPr algn="ctr">
              <a:defRPr/>
            </a:lvl1pPr>
          </a:lstStyle>
          <a:p>
            <a:r>
              <a:rPr lang="en-US"/>
              <a:t>Click icon to add table</a:t>
            </a:r>
            <a:endParaRPr lang="en-GB" dirty="0"/>
          </a:p>
        </p:txBody>
      </p:sp>
      <p:sp>
        <p:nvSpPr>
          <p:cNvPr id="5" name="Title 4"/>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989077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One Chart One Row Text 2">
    <p:spTree>
      <p:nvGrpSpPr>
        <p:cNvPr id="1" name=""/>
        <p:cNvGrpSpPr/>
        <p:nvPr/>
      </p:nvGrpSpPr>
      <p:grpSpPr>
        <a:xfrm>
          <a:off x="0" y="0"/>
          <a:ext cx="0" cy="0"/>
          <a:chOff x="0" y="0"/>
          <a:chExt cx="0" cy="0"/>
        </a:xfrm>
      </p:grpSpPr>
      <p:sp>
        <p:nvSpPr>
          <p:cNvPr id="24" name="Text Placeholder 2"/>
          <p:cNvSpPr>
            <a:spLocks noGrp="1"/>
          </p:cNvSpPr>
          <p:nvPr>
            <p:ph type="body" sz="quarter" idx="17"/>
          </p:nvPr>
        </p:nvSpPr>
        <p:spPr>
          <a:xfrm>
            <a:off x="360365" y="5276439"/>
            <a:ext cx="6135687" cy="370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Chart Placeholder 4"/>
          <p:cNvSpPr>
            <a:spLocks noGrp="1"/>
          </p:cNvSpPr>
          <p:nvPr>
            <p:ph type="chart" sz="quarter" idx="18"/>
          </p:nvPr>
        </p:nvSpPr>
        <p:spPr>
          <a:xfrm>
            <a:off x="361650" y="1464111"/>
            <a:ext cx="6134400" cy="3705000"/>
          </a:xfrm>
        </p:spPr>
        <p:txBody>
          <a:bodyPr anchor="ctr"/>
          <a:lstStyle>
            <a:lvl1pPr algn="ctr">
              <a:defRPr/>
            </a:lvl1pPr>
          </a:lstStyle>
          <a:p>
            <a:r>
              <a:rPr lang="en-US"/>
              <a:t>Click icon to add chart</a:t>
            </a:r>
            <a:endParaRPr lang="en-GB" dirty="0"/>
          </a:p>
        </p:txBody>
      </p:sp>
      <p:sp>
        <p:nvSpPr>
          <p:cNvPr id="3" name="Title 2"/>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691326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Two Charts Two Text 1">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a:xfrm>
            <a:off x="3508050" y="5288188"/>
            <a:ext cx="2988000" cy="370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2"/>
          <p:cNvSpPr>
            <a:spLocks noGrp="1"/>
          </p:cNvSpPr>
          <p:nvPr>
            <p:ph type="body" sz="quarter" idx="17"/>
          </p:nvPr>
        </p:nvSpPr>
        <p:spPr>
          <a:xfrm>
            <a:off x="3508050" y="1433514"/>
            <a:ext cx="2988000" cy="370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Chart Placeholder 4"/>
          <p:cNvSpPr>
            <a:spLocks noGrp="1"/>
          </p:cNvSpPr>
          <p:nvPr>
            <p:ph type="chart" sz="quarter" idx="18"/>
          </p:nvPr>
        </p:nvSpPr>
        <p:spPr>
          <a:xfrm>
            <a:off x="361650" y="1433514"/>
            <a:ext cx="2988000" cy="3705000"/>
          </a:xfrm>
        </p:spPr>
        <p:txBody>
          <a:bodyPr anchor="ctr"/>
          <a:lstStyle>
            <a:lvl1pPr algn="ctr">
              <a:defRPr/>
            </a:lvl1pPr>
          </a:lstStyle>
          <a:p>
            <a:r>
              <a:rPr lang="en-US"/>
              <a:t>Click icon to add chart</a:t>
            </a:r>
            <a:endParaRPr lang="en-GB" dirty="0"/>
          </a:p>
        </p:txBody>
      </p:sp>
      <p:sp>
        <p:nvSpPr>
          <p:cNvPr id="10" name="Chart Placeholder 4"/>
          <p:cNvSpPr>
            <a:spLocks noGrp="1"/>
          </p:cNvSpPr>
          <p:nvPr>
            <p:ph type="chart" sz="quarter" idx="19"/>
          </p:nvPr>
        </p:nvSpPr>
        <p:spPr>
          <a:xfrm>
            <a:off x="361650" y="5288188"/>
            <a:ext cx="2988000" cy="3705000"/>
          </a:xfrm>
        </p:spPr>
        <p:txBody>
          <a:bodyPr anchor="ctr"/>
          <a:lstStyle>
            <a:lvl1pPr algn="ctr">
              <a:defRPr/>
            </a:lvl1pPr>
          </a:lstStyle>
          <a:p>
            <a:r>
              <a:rPr lang="en-US"/>
              <a:t>Click icon to add chart</a:t>
            </a:r>
            <a:endParaRPr lang="en-GB" dirty="0"/>
          </a:p>
        </p:txBody>
      </p:sp>
      <p:sp>
        <p:nvSpPr>
          <p:cNvPr id="5" name="Title 4"/>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0598510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idebar with super title table and text">
    <p:spTree>
      <p:nvGrpSpPr>
        <p:cNvPr id="1" name=""/>
        <p:cNvGrpSpPr/>
        <p:nvPr/>
      </p:nvGrpSpPr>
      <p:grpSpPr>
        <a:xfrm>
          <a:off x="0" y="0"/>
          <a:ext cx="0" cy="0"/>
          <a:chOff x="0" y="0"/>
          <a:chExt cx="0" cy="0"/>
        </a:xfrm>
      </p:grpSpPr>
      <p:sp>
        <p:nvSpPr>
          <p:cNvPr id="6" name="Text Placeholder 4"/>
          <p:cNvSpPr>
            <a:spLocks noGrp="1"/>
          </p:cNvSpPr>
          <p:nvPr>
            <p:ph type="body" sz="quarter" idx="11" hasCustomPrompt="1"/>
          </p:nvPr>
        </p:nvSpPr>
        <p:spPr>
          <a:xfrm>
            <a:off x="362744" y="65352"/>
            <a:ext cx="6134400" cy="244400"/>
          </a:xfrm>
        </p:spPr>
        <p:txBody>
          <a:bodyPr anchor="b"/>
          <a:lstStyle>
            <a:lvl1pPr>
              <a:spcAft>
                <a:spcPts val="0"/>
              </a:spcAft>
              <a:defRPr sz="1079"/>
            </a:lvl1pPr>
          </a:lstStyle>
          <a:p>
            <a:pPr lvl="0"/>
            <a:r>
              <a:rPr lang="en-US" dirty="0"/>
              <a:t>Super title here</a:t>
            </a:r>
          </a:p>
        </p:txBody>
      </p:sp>
      <p:sp>
        <p:nvSpPr>
          <p:cNvPr id="3" name="Title 2"/>
          <p:cNvSpPr>
            <a:spLocks noGrp="1"/>
          </p:cNvSpPr>
          <p:nvPr>
            <p:ph type="title"/>
          </p:nvPr>
        </p:nvSpPr>
        <p:spPr/>
        <p:txBody>
          <a:bodyPr/>
          <a:lstStyle/>
          <a:p>
            <a:r>
              <a:rPr lang="en-US"/>
              <a:t>Click to edit Master title style</a:t>
            </a:r>
            <a:endParaRPr lang="en-GB" dirty="0"/>
          </a:p>
        </p:txBody>
      </p:sp>
      <p:sp>
        <p:nvSpPr>
          <p:cNvPr id="4" name="Text Placeholder 2"/>
          <p:cNvSpPr>
            <a:spLocks noGrp="1"/>
          </p:cNvSpPr>
          <p:nvPr>
            <p:ph type="body" sz="quarter" idx="16"/>
          </p:nvPr>
        </p:nvSpPr>
        <p:spPr>
          <a:xfrm>
            <a:off x="360363" y="1433513"/>
            <a:ext cx="1104192" cy="7559675"/>
          </a:xfrm>
          <a:solidFill>
            <a:srgbClr val="0091DA"/>
          </a:solidFill>
        </p:spPr>
        <p:txBody>
          <a:bodyPr lIns="54610" tIns="54610" rIns="54610" bIns="54610"/>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able Placeholder 4"/>
          <p:cNvSpPr>
            <a:spLocks noGrp="1"/>
          </p:cNvSpPr>
          <p:nvPr>
            <p:ph type="tbl" sz="quarter" idx="17"/>
          </p:nvPr>
        </p:nvSpPr>
        <p:spPr>
          <a:xfrm>
            <a:off x="1593700" y="1433514"/>
            <a:ext cx="4896000" cy="3704431"/>
          </a:xfrm>
        </p:spPr>
        <p:txBody>
          <a:bodyPr/>
          <a:lstStyle/>
          <a:p>
            <a:r>
              <a:rPr lang="en-US"/>
              <a:t>Click icon to add table</a:t>
            </a:r>
            <a:endParaRPr lang="en-GB"/>
          </a:p>
        </p:txBody>
      </p:sp>
      <p:sp>
        <p:nvSpPr>
          <p:cNvPr id="8" name="Text Placeholder 7"/>
          <p:cNvSpPr>
            <a:spLocks noGrp="1"/>
          </p:cNvSpPr>
          <p:nvPr>
            <p:ph type="body" sz="quarter" idx="18"/>
          </p:nvPr>
        </p:nvSpPr>
        <p:spPr>
          <a:xfrm>
            <a:off x="1600050" y="5361141"/>
            <a:ext cx="4896000" cy="3628118"/>
          </a:xfrm>
          <a:ln>
            <a:solidFill>
              <a:srgbClr val="0091DA"/>
            </a:solidFill>
          </a:ln>
        </p:spPr>
        <p:txBody>
          <a:bodyPr lIns="54610" tIns="54610" rIns="54610" bIns="5461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11570602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idebar with super title chart and text">
    <p:spTree>
      <p:nvGrpSpPr>
        <p:cNvPr id="1" name=""/>
        <p:cNvGrpSpPr/>
        <p:nvPr/>
      </p:nvGrpSpPr>
      <p:grpSpPr>
        <a:xfrm>
          <a:off x="0" y="0"/>
          <a:ext cx="0" cy="0"/>
          <a:chOff x="0" y="0"/>
          <a:chExt cx="0" cy="0"/>
        </a:xfrm>
      </p:grpSpPr>
      <p:sp>
        <p:nvSpPr>
          <p:cNvPr id="6" name="Text Placeholder 4"/>
          <p:cNvSpPr>
            <a:spLocks noGrp="1"/>
          </p:cNvSpPr>
          <p:nvPr>
            <p:ph type="body" sz="quarter" idx="11" hasCustomPrompt="1"/>
          </p:nvPr>
        </p:nvSpPr>
        <p:spPr>
          <a:xfrm>
            <a:off x="362744" y="65352"/>
            <a:ext cx="6134400" cy="244400"/>
          </a:xfrm>
        </p:spPr>
        <p:txBody>
          <a:bodyPr anchor="b"/>
          <a:lstStyle>
            <a:lvl1pPr>
              <a:spcAft>
                <a:spcPts val="0"/>
              </a:spcAft>
              <a:defRPr sz="1079"/>
            </a:lvl1pPr>
          </a:lstStyle>
          <a:p>
            <a:pPr lvl="0"/>
            <a:r>
              <a:rPr lang="en-US" dirty="0"/>
              <a:t>Super title here</a:t>
            </a:r>
          </a:p>
        </p:txBody>
      </p:sp>
      <p:sp>
        <p:nvSpPr>
          <p:cNvPr id="4" name="Text Placeholder 2"/>
          <p:cNvSpPr>
            <a:spLocks noGrp="1"/>
          </p:cNvSpPr>
          <p:nvPr>
            <p:ph type="body" sz="quarter" idx="16"/>
          </p:nvPr>
        </p:nvSpPr>
        <p:spPr>
          <a:xfrm>
            <a:off x="360363" y="1433513"/>
            <a:ext cx="1104192" cy="7569198"/>
          </a:xfrm>
          <a:solidFill>
            <a:srgbClr val="0091DA"/>
          </a:solidFill>
        </p:spPr>
        <p:txBody>
          <a:bodyPr lIns="54610" tIns="54610" rIns="54610" bIns="54610"/>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Chart Placeholder 4"/>
          <p:cNvSpPr>
            <a:spLocks noGrp="1"/>
          </p:cNvSpPr>
          <p:nvPr>
            <p:ph type="chart" sz="quarter" idx="17"/>
          </p:nvPr>
        </p:nvSpPr>
        <p:spPr>
          <a:xfrm>
            <a:off x="1600050" y="1433513"/>
            <a:ext cx="4896000" cy="3704430"/>
          </a:xfrm>
        </p:spPr>
        <p:txBody>
          <a:bodyPr/>
          <a:lstStyle/>
          <a:p>
            <a:r>
              <a:rPr lang="en-US"/>
              <a:t>Click icon to add chart</a:t>
            </a:r>
            <a:endParaRPr lang="en-GB"/>
          </a:p>
        </p:txBody>
      </p:sp>
      <p:sp>
        <p:nvSpPr>
          <p:cNvPr id="8" name="Text Placeholder 7"/>
          <p:cNvSpPr>
            <a:spLocks noGrp="1"/>
          </p:cNvSpPr>
          <p:nvPr>
            <p:ph type="body" sz="quarter" idx="18"/>
          </p:nvPr>
        </p:nvSpPr>
        <p:spPr>
          <a:xfrm>
            <a:off x="1600050" y="5361141"/>
            <a:ext cx="4896000" cy="3632048"/>
          </a:xfrm>
          <a:ln>
            <a:solidFill>
              <a:srgbClr val="0091DA"/>
            </a:solidFill>
          </a:ln>
        </p:spPr>
        <p:txBody>
          <a:bodyPr lIns="54610" tIns="54610" rIns="54610" bIns="5461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7969899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idebar with super title chart CAGR and text">
    <p:spTree>
      <p:nvGrpSpPr>
        <p:cNvPr id="1" name=""/>
        <p:cNvGrpSpPr/>
        <p:nvPr/>
      </p:nvGrpSpPr>
      <p:grpSpPr>
        <a:xfrm>
          <a:off x="0" y="0"/>
          <a:ext cx="0" cy="0"/>
          <a:chOff x="0" y="0"/>
          <a:chExt cx="0" cy="0"/>
        </a:xfrm>
      </p:grpSpPr>
      <p:sp>
        <p:nvSpPr>
          <p:cNvPr id="6" name="Text Placeholder 4"/>
          <p:cNvSpPr>
            <a:spLocks noGrp="1"/>
          </p:cNvSpPr>
          <p:nvPr>
            <p:ph type="body" sz="quarter" idx="11" hasCustomPrompt="1"/>
          </p:nvPr>
        </p:nvSpPr>
        <p:spPr>
          <a:xfrm>
            <a:off x="362744" y="65352"/>
            <a:ext cx="6134400" cy="244400"/>
          </a:xfrm>
        </p:spPr>
        <p:txBody>
          <a:bodyPr anchor="b"/>
          <a:lstStyle>
            <a:lvl1pPr>
              <a:spcAft>
                <a:spcPts val="0"/>
              </a:spcAft>
              <a:defRPr sz="1079"/>
            </a:lvl1pPr>
          </a:lstStyle>
          <a:p>
            <a:pPr lvl="0"/>
            <a:r>
              <a:rPr lang="en-US" dirty="0"/>
              <a:t>Super title here</a:t>
            </a:r>
          </a:p>
        </p:txBody>
      </p:sp>
      <p:sp>
        <p:nvSpPr>
          <p:cNvPr id="4" name="Text Placeholder 2"/>
          <p:cNvSpPr>
            <a:spLocks noGrp="1"/>
          </p:cNvSpPr>
          <p:nvPr>
            <p:ph type="body" sz="quarter" idx="16"/>
          </p:nvPr>
        </p:nvSpPr>
        <p:spPr>
          <a:xfrm>
            <a:off x="360363" y="1433513"/>
            <a:ext cx="1104192" cy="7569198"/>
          </a:xfrm>
          <a:solidFill>
            <a:srgbClr val="0091DA"/>
          </a:solidFill>
        </p:spPr>
        <p:txBody>
          <a:bodyPr lIns="54610" tIns="54610" rIns="54610" bIns="54610"/>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Chart Placeholder 4"/>
          <p:cNvSpPr>
            <a:spLocks noGrp="1"/>
          </p:cNvSpPr>
          <p:nvPr>
            <p:ph type="chart" sz="quarter" idx="17"/>
          </p:nvPr>
        </p:nvSpPr>
        <p:spPr>
          <a:xfrm>
            <a:off x="1600050" y="1433513"/>
            <a:ext cx="4896000" cy="3704430"/>
          </a:xfrm>
        </p:spPr>
        <p:txBody>
          <a:bodyPr/>
          <a:lstStyle/>
          <a:p>
            <a:r>
              <a:rPr lang="en-US"/>
              <a:t>Click icon to add chart</a:t>
            </a:r>
            <a:endParaRPr lang="en-GB"/>
          </a:p>
        </p:txBody>
      </p:sp>
      <p:sp>
        <p:nvSpPr>
          <p:cNvPr id="8" name="Text Placeholder 7"/>
          <p:cNvSpPr>
            <a:spLocks noGrp="1"/>
          </p:cNvSpPr>
          <p:nvPr>
            <p:ph type="body" sz="quarter" idx="18"/>
          </p:nvPr>
        </p:nvSpPr>
        <p:spPr>
          <a:xfrm>
            <a:off x="1600050" y="7193188"/>
            <a:ext cx="4896000" cy="1800000"/>
          </a:xfrm>
          <a:ln>
            <a:solidFill>
              <a:srgbClr val="0091DA"/>
            </a:solidFill>
          </a:ln>
        </p:spPr>
        <p:txBody>
          <a:bodyPr lIns="54610" tIns="54610" rIns="54610" bIns="5461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8692188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idebar with super title Two Graphs  Text">
    <p:spTree>
      <p:nvGrpSpPr>
        <p:cNvPr id="1" name=""/>
        <p:cNvGrpSpPr/>
        <p:nvPr/>
      </p:nvGrpSpPr>
      <p:grpSpPr>
        <a:xfrm>
          <a:off x="0" y="0"/>
          <a:ext cx="0" cy="0"/>
          <a:chOff x="0" y="0"/>
          <a:chExt cx="0" cy="0"/>
        </a:xfrm>
      </p:grpSpPr>
      <p:sp>
        <p:nvSpPr>
          <p:cNvPr id="6" name="Text Placeholder 4"/>
          <p:cNvSpPr>
            <a:spLocks noGrp="1"/>
          </p:cNvSpPr>
          <p:nvPr>
            <p:ph type="body" sz="quarter" idx="11" hasCustomPrompt="1"/>
          </p:nvPr>
        </p:nvSpPr>
        <p:spPr>
          <a:xfrm>
            <a:off x="362744" y="65352"/>
            <a:ext cx="6134400" cy="244400"/>
          </a:xfrm>
        </p:spPr>
        <p:txBody>
          <a:bodyPr anchor="b"/>
          <a:lstStyle>
            <a:lvl1pPr>
              <a:spcAft>
                <a:spcPts val="0"/>
              </a:spcAft>
              <a:defRPr sz="1079"/>
            </a:lvl1pPr>
          </a:lstStyle>
          <a:p>
            <a:pPr lvl="0"/>
            <a:r>
              <a:rPr lang="en-US" dirty="0"/>
              <a:t>Super title here</a:t>
            </a:r>
          </a:p>
        </p:txBody>
      </p:sp>
      <p:sp>
        <p:nvSpPr>
          <p:cNvPr id="4" name="Text Placeholder 2"/>
          <p:cNvSpPr>
            <a:spLocks noGrp="1"/>
          </p:cNvSpPr>
          <p:nvPr>
            <p:ph type="body" sz="quarter" idx="16"/>
          </p:nvPr>
        </p:nvSpPr>
        <p:spPr>
          <a:xfrm>
            <a:off x="360363" y="1433513"/>
            <a:ext cx="1104192" cy="7559675"/>
          </a:xfrm>
          <a:solidFill>
            <a:srgbClr val="0091DA"/>
          </a:solidFill>
        </p:spPr>
        <p:txBody>
          <a:bodyPr lIns="54610" tIns="54610" rIns="54610" bIns="54610"/>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ext Placeholder 6"/>
          <p:cNvSpPr>
            <a:spLocks noGrp="1"/>
          </p:cNvSpPr>
          <p:nvPr>
            <p:ph type="body" sz="quarter" idx="18"/>
          </p:nvPr>
        </p:nvSpPr>
        <p:spPr>
          <a:xfrm>
            <a:off x="4111545" y="1433513"/>
            <a:ext cx="2376000" cy="7559675"/>
          </a:xfrm>
          <a:ln>
            <a:solidFill>
              <a:srgbClr val="0091DA"/>
            </a:solidFill>
          </a:ln>
        </p:spPr>
        <p:txBody>
          <a:bodyPr lIns="54610" tIns="54610" rIns="54610" bIns="5461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
        <p:nvSpPr>
          <p:cNvPr id="8" name="Chart Placeholder 7"/>
          <p:cNvSpPr>
            <a:spLocks noGrp="1"/>
          </p:cNvSpPr>
          <p:nvPr>
            <p:ph type="chart" sz="quarter" idx="19"/>
          </p:nvPr>
        </p:nvSpPr>
        <p:spPr>
          <a:xfrm>
            <a:off x="1597026" y="1433514"/>
            <a:ext cx="2408238" cy="3694112"/>
          </a:xfrm>
        </p:spPr>
        <p:txBody>
          <a:bodyPr/>
          <a:lstStyle/>
          <a:p>
            <a:r>
              <a:rPr lang="en-US"/>
              <a:t>Click icon to add chart</a:t>
            </a:r>
            <a:endParaRPr lang="en-GB"/>
          </a:p>
        </p:txBody>
      </p:sp>
      <p:sp>
        <p:nvSpPr>
          <p:cNvPr id="10" name="Chart Placeholder 9"/>
          <p:cNvSpPr>
            <a:spLocks noGrp="1"/>
          </p:cNvSpPr>
          <p:nvPr>
            <p:ph type="chart" sz="quarter" idx="20"/>
          </p:nvPr>
        </p:nvSpPr>
        <p:spPr>
          <a:xfrm>
            <a:off x="1597026" y="5359400"/>
            <a:ext cx="2408238" cy="3633788"/>
          </a:xfrm>
        </p:spPr>
        <p:txBody>
          <a:bodyPr/>
          <a:lstStyle/>
          <a:p>
            <a:r>
              <a:rPr lang="en-US"/>
              <a:t>Click icon to add chart</a:t>
            </a:r>
            <a:endParaRPr lang="en-GB"/>
          </a:p>
        </p:txBody>
      </p:sp>
    </p:spTree>
    <p:extLst>
      <p:ext uri="{BB962C8B-B14F-4D97-AF65-F5344CB8AC3E}">
        <p14:creationId xmlns:p14="http://schemas.microsoft.com/office/powerpoint/2010/main" val="280094383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with super title company profile">
    <p:spTree>
      <p:nvGrpSpPr>
        <p:cNvPr id="1" name=""/>
        <p:cNvGrpSpPr/>
        <p:nvPr/>
      </p:nvGrpSpPr>
      <p:grpSpPr>
        <a:xfrm>
          <a:off x="0" y="0"/>
          <a:ext cx="0" cy="0"/>
          <a:chOff x="0" y="0"/>
          <a:chExt cx="0" cy="0"/>
        </a:xfrm>
      </p:grpSpPr>
      <p:sp>
        <p:nvSpPr>
          <p:cNvPr id="6" name="Text Placeholder 4"/>
          <p:cNvSpPr>
            <a:spLocks noGrp="1"/>
          </p:cNvSpPr>
          <p:nvPr>
            <p:ph type="body" sz="quarter" idx="11" hasCustomPrompt="1"/>
          </p:nvPr>
        </p:nvSpPr>
        <p:spPr>
          <a:xfrm>
            <a:off x="362744" y="65352"/>
            <a:ext cx="6134400" cy="244400"/>
          </a:xfrm>
        </p:spPr>
        <p:txBody>
          <a:bodyPr anchor="b"/>
          <a:lstStyle>
            <a:lvl1pPr>
              <a:spcAft>
                <a:spcPts val="0"/>
              </a:spcAft>
              <a:defRPr sz="1079"/>
            </a:lvl1pPr>
          </a:lstStyle>
          <a:p>
            <a:pPr lvl="0"/>
            <a:r>
              <a:rPr lang="en-US" dirty="0"/>
              <a:t>Super title here</a:t>
            </a:r>
          </a:p>
        </p:txBody>
      </p:sp>
      <p:sp>
        <p:nvSpPr>
          <p:cNvPr id="4" name="Text Placeholder 2"/>
          <p:cNvSpPr>
            <a:spLocks noGrp="1"/>
          </p:cNvSpPr>
          <p:nvPr>
            <p:ph type="body" sz="quarter" idx="16"/>
          </p:nvPr>
        </p:nvSpPr>
        <p:spPr>
          <a:xfrm>
            <a:off x="3508050" y="4011753"/>
            <a:ext cx="2988000" cy="237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2"/>
          <p:cNvSpPr>
            <a:spLocks noGrp="1"/>
          </p:cNvSpPr>
          <p:nvPr>
            <p:ph type="body" sz="quarter" idx="17"/>
          </p:nvPr>
        </p:nvSpPr>
        <p:spPr>
          <a:xfrm>
            <a:off x="3508050" y="1433513"/>
            <a:ext cx="2988000" cy="237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
        <p:nvSpPr>
          <p:cNvPr id="7" name="Text Placeholder 6"/>
          <p:cNvSpPr>
            <a:spLocks noGrp="1"/>
          </p:cNvSpPr>
          <p:nvPr>
            <p:ph type="body" sz="quarter" idx="18"/>
          </p:nvPr>
        </p:nvSpPr>
        <p:spPr>
          <a:xfrm>
            <a:off x="3508050" y="6589991"/>
            <a:ext cx="2988000" cy="237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Chart Placeholder 8"/>
          <p:cNvSpPr>
            <a:spLocks noGrp="1"/>
          </p:cNvSpPr>
          <p:nvPr>
            <p:ph type="chart" sz="quarter" idx="19"/>
          </p:nvPr>
        </p:nvSpPr>
        <p:spPr>
          <a:xfrm>
            <a:off x="362743" y="4011753"/>
            <a:ext cx="2988000" cy="2376487"/>
          </a:xfrm>
        </p:spPr>
        <p:txBody>
          <a:bodyPr/>
          <a:lstStyle/>
          <a:p>
            <a:r>
              <a:rPr lang="en-US"/>
              <a:t>Click icon to add chart</a:t>
            </a:r>
            <a:endParaRPr lang="en-GB"/>
          </a:p>
        </p:txBody>
      </p:sp>
      <p:sp>
        <p:nvSpPr>
          <p:cNvPr id="11" name="Chart Placeholder 10"/>
          <p:cNvSpPr>
            <a:spLocks noGrp="1"/>
          </p:cNvSpPr>
          <p:nvPr>
            <p:ph type="chart" sz="quarter" idx="20"/>
          </p:nvPr>
        </p:nvSpPr>
        <p:spPr>
          <a:xfrm>
            <a:off x="362743" y="6589991"/>
            <a:ext cx="2988000" cy="2376000"/>
          </a:xfrm>
        </p:spPr>
        <p:txBody>
          <a:bodyPr/>
          <a:lstStyle/>
          <a:p>
            <a:r>
              <a:rPr lang="en-US"/>
              <a:t>Click icon to add chart</a:t>
            </a:r>
            <a:endParaRPr lang="en-GB"/>
          </a:p>
        </p:txBody>
      </p:sp>
    </p:spTree>
    <p:extLst>
      <p:ext uri="{BB962C8B-B14F-4D97-AF65-F5344CB8AC3E}">
        <p14:creationId xmlns:p14="http://schemas.microsoft.com/office/powerpoint/2010/main" val="288108879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ROCESS FOUR COLUMN">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360363" y="2558005"/>
            <a:ext cx="1368000" cy="6501858"/>
          </a:xfrm>
        </p:spPr>
        <p:txBody>
          <a:bodyPr/>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1943500" y="2558005"/>
            <a:ext cx="1368000" cy="6501858"/>
          </a:xfrm>
        </p:spPr>
        <p:txBody>
          <a:bodyPr/>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2"/>
          </p:nvPr>
        </p:nvSpPr>
        <p:spPr>
          <a:xfrm>
            <a:off x="3526637" y="2558005"/>
            <a:ext cx="1368000" cy="6501858"/>
          </a:xfrm>
        </p:spPr>
        <p:txBody>
          <a:bodyPr/>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5109774" y="2558005"/>
            <a:ext cx="1368000" cy="6501858"/>
          </a:xfrm>
        </p:spPr>
        <p:txBody>
          <a:bodyPr/>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ext Placeholder 12"/>
          <p:cNvSpPr>
            <a:spLocks noGrp="1"/>
          </p:cNvSpPr>
          <p:nvPr>
            <p:ph type="body" sz="quarter" idx="14" hasCustomPrompt="1"/>
          </p:nvPr>
        </p:nvSpPr>
        <p:spPr>
          <a:xfrm>
            <a:off x="362744" y="1423988"/>
            <a:ext cx="1458000" cy="873600"/>
          </a:xfrm>
          <a:prstGeom prst="homePlate">
            <a:avLst>
              <a:gd name="adj" fmla="val 31970"/>
            </a:avLst>
          </a:prstGeom>
          <a:solidFill>
            <a:schemeClr val="tx2"/>
          </a:solidFill>
        </p:spPr>
        <p:txBody>
          <a:bodyPr lIns="54000" tIns="54000" rIns="54000" bIns="54000" anchor="ctr"/>
          <a:lstStyle>
            <a:lvl1pPr algn="l">
              <a:defRPr sz="1079">
                <a:solidFill>
                  <a:schemeClr val="bg1"/>
                </a:solidFill>
              </a:defRPr>
            </a:lvl1pPr>
            <a:lvl2pPr>
              <a:defRPr sz="1133">
                <a:solidFill>
                  <a:schemeClr val="bg1"/>
                </a:solidFill>
              </a:defRPr>
            </a:lvl2pPr>
            <a:lvl3pPr>
              <a:defRPr sz="1133">
                <a:solidFill>
                  <a:schemeClr val="bg1"/>
                </a:solidFill>
              </a:defRPr>
            </a:lvl3pPr>
            <a:lvl4pPr>
              <a:defRPr sz="1133">
                <a:solidFill>
                  <a:schemeClr val="bg1"/>
                </a:solidFill>
              </a:defRPr>
            </a:lvl4pPr>
            <a:lvl5pPr>
              <a:defRPr sz="1133">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1869850" y="1423988"/>
            <a:ext cx="1458000" cy="873600"/>
          </a:xfrm>
          <a:prstGeom prst="chevron">
            <a:avLst>
              <a:gd name="adj" fmla="val 31101"/>
            </a:avLst>
          </a:prstGeom>
          <a:solidFill>
            <a:schemeClr val="tx2"/>
          </a:solidFill>
        </p:spPr>
        <p:txBody>
          <a:bodyPr lIns="54000" tIns="54000" rIns="54000" bIns="54000" anchor="ctr"/>
          <a:lstStyle>
            <a:lvl1pPr algn="l">
              <a:defRPr sz="1079">
                <a:solidFill>
                  <a:schemeClr val="bg1"/>
                </a:solidFill>
              </a:defRPr>
            </a:lvl1pPr>
            <a:lvl2pPr>
              <a:defRPr sz="1133">
                <a:solidFill>
                  <a:schemeClr val="bg1"/>
                </a:solidFill>
              </a:defRPr>
            </a:lvl2pPr>
            <a:lvl3pPr>
              <a:defRPr sz="1133">
                <a:solidFill>
                  <a:schemeClr val="bg1"/>
                </a:solidFill>
              </a:defRPr>
            </a:lvl3pPr>
            <a:lvl4pPr>
              <a:defRPr sz="1133">
                <a:solidFill>
                  <a:schemeClr val="bg1"/>
                </a:solidFill>
              </a:defRPr>
            </a:lvl4pPr>
            <a:lvl5pPr>
              <a:defRPr sz="1133">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3453950" y="1423988"/>
            <a:ext cx="1458000" cy="873600"/>
          </a:xfrm>
          <a:prstGeom prst="chevron">
            <a:avLst>
              <a:gd name="adj" fmla="val 31101"/>
            </a:avLst>
          </a:prstGeom>
          <a:solidFill>
            <a:schemeClr val="tx2"/>
          </a:solidFill>
        </p:spPr>
        <p:txBody>
          <a:bodyPr lIns="54000" tIns="54000" rIns="54000" bIns="54000" anchor="ctr"/>
          <a:lstStyle>
            <a:lvl1pPr algn="l">
              <a:defRPr sz="1079">
                <a:solidFill>
                  <a:schemeClr val="bg1"/>
                </a:solidFill>
              </a:defRPr>
            </a:lvl1pPr>
            <a:lvl2pPr>
              <a:defRPr sz="1133">
                <a:solidFill>
                  <a:schemeClr val="bg1"/>
                </a:solidFill>
              </a:defRPr>
            </a:lvl2pPr>
            <a:lvl3pPr>
              <a:defRPr sz="1133">
                <a:solidFill>
                  <a:schemeClr val="bg1"/>
                </a:solidFill>
              </a:defRPr>
            </a:lvl3pPr>
            <a:lvl4pPr>
              <a:defRPr sz="1133">
                <a:solidFill>
                  <a:schemeClr val="bg1"/>
                </a:solidFill>
              </a:defRPr>
            </a:lvl4pPr>
            <a:lvl5pPr>
              <a:defRPr sz="1133">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5038050" y="1423988"/>
            <a:ext cx="1458000" cy="873600"/>
          </a:xfrm>
          <a:prstGeom prst="chevron">
            <a:avLst>
              <a:gd name="adj" fmla="val 31101"/>
            </a:avLst>
          </a:prstGeom>
          <a:solidFill>
            <a:schemeClr val="tx2"/>
          </a:solidFill>
        </p:spPr>
        <p:txBody>
          <a:bodyPr lIns="54000" tIns="54000" rIns="54000" bIns="54000" anchor="ctr"/>
          <a:lstStyle>
            <a:lvl1pPr algn="l">
              <a:defRPr sz="1079">
                <a:solidFill>
                  <a:schemeClr val="bg1"/>
                </a:solidFill>
              </a:defRPr>
            </a:lvl1pPr>
            <a:lvl2pPr>
              <a:defRPr sz="1133">
                <a:solidFill>
                  <a:schemeClr val="bg1"/>
                </a:solidFill>
              </a:defRPr>
            </a:lvl2pPr>
            <a:lvl3pPr>
              <a:defRPr sz="1133">
                <a:solidFill>
                  <a:schemeClr val="bg1"/>
                </a:solidFill>
              </a:defRPr>
            </a:lvl3pPr>
            <a:lvl4pPr>
              <a:defRPr sz="1133">
                <a:solidFill>
                  <a:schemeClr val="bg1"/>
                </a:solidFill>
              </a:defRPr>
            </a:lvl4pPr>
            <a:lvl5pPr>
              <a:defRPr sz="1133">
                <a:solidFill>
                  <a:schemeClr val="bg1"/>
                </a:solidFill>
              </a:defRPr>
            </a:lvl5pPr>
          </a:lstStyle>
          <a:p>
            <a:pPr lvl="0"/>
            <a:r>
              <a:rPr lang="en-US" dirty="0"/>
              <a:t>Click to add text</a:t>
            </a:r>
            <a:endParaRPr lang="en-GB" dirty="0"/>
          </a:p>
        </p:txBody>
      </p:sp>
      <p:sp>
        <p:nvSpPr>
          <p:cNvPr id="11" name="Text Placeholder 4"/>
          <p:cNvSpPr>
            <a:spLocks noGrp="1"/>
          </p:cNvSpPr>
          <p:nvPr>
            <p:ph type="body" sz="quarter" idx="18" hasCustomPrompt="1"/>
          </p:nvPr>
        </p:nvSpPr>
        <p:spPr>
          <a:xfrm>
            <a:off x="362744" y="65352"/>
            <a:ext cx="6133306" cy="244400"/>
          </a:xfrm>
        </p:spPr>
        <p:txBody>
          <a:bodyPr anchor="b"/>
          <a:lstStyle>
            <a:lvl1pPr>
              <a:spcAft>
                <a:spcPts val="0"/>
              </a:spcAft>
              <a:defRPr sz="971"/>
            </a:lvl1pPr>
          </a:lstStyle>
          <a:p>
            <a:pPr lvl="0"/>
            <a:r>
              <a:rPr lang="en-US" dirty="0"/>
              <a:t>Super title here</a:t>
            </a:r>
          </a:p>
        </p:txBody>
      </p:sp>
      <p:sp>
        <p:nvSpPr>
          <p:cNvPr id="2" name="Title 1"/>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22129493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QUAD WITH CENTER">
    <p:spTree>
      <p:nvGrpSpPr>
        <p:cNvPr id="1" name=""/>
        <p:cNvGrpSpPr/>
        <p:nvPr/>
      </p:nvGrpSpPr>
      <p:grpSpPr>
        <a:xfrm>
          <a:off x="0" y="0"/>
          <a:ext cx="0" cy="0"/>
          <a:chOff x="0" y="0"/>
          <a:chExt cx="0" cy="0"/>
        </a:xfrm>
      </p:grpSpPr>
      <p:sp>
        <p:nvSpPr>
          <p:cNvPr id="5" name="Text Placeholder 8"/>
          <p:cNvSpPr>
            <a:spLocks noGrp="1"/>
          </p:cNvSpPr>
          <p:nvPr>
            <p:ph type="body" sz="quarter" idx="12"/>
          </p:nvPr>
        </p:nvSpPr>
        <p:spPr>
          <a:xfrm>
            <a:off x="4083850" y="6394366"/>
            <a:ext cx="2405850" cy="2584472"/>
          </a:xfrm>
          <a:ln w="12700">
            <a:solidFill>
              <a:schemeClr val="tx2"/>
            </a:solidFill>
          </a:ln>
        </p:spPr>
        <p:txBody>
          <a:bodyPr lIns="54000" tIns="54000" rIns="54000" bIns="54000"/>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4083850" y="1765248"/>
            <a:ext cx="2405850" cy="2594567"/>
          </a:xfrm>
          <a:ln w="12700">
            <a:solidFill>
              <a:schemeClr val="tx2"/>
            </a:solidFill>
          </a:ln>
        </p:spPr>
        <p:txBody>
          <a:bodyPr lIns="54000" tIns="54000" rIns="54000" bIns="54000"/>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ext Placeholder 12"/>
          <p:cNvSpPr>
            <a:spLocks noGrp="1"/>
          </p:cNvSpPr>
          <p:nvPr>
            <p:ph type="body" sz="quarter" idx="14" hasCustomPrompt="1"/>
          </p:nvPr>
        </p:nvSpPr>
        <p:spPr>
          <a:xfrm>
            <a:off x="2885031" y="4637663"/>
            <a:ext cx="1080000" cy="1170000"/>
          </a:xfrm>
          <a:prstGeom prst="ellipse">
            <a:avLst/>
          </a:prstGeom>
          <a:solidFill>
            <a:schemeClr val="accent1"/>
          </a:solidFill>
        </p:spPr>
        <p:txBody>
          <a:bodyPr lIns="54000" tIns="54000" rIns="54000" bIns="54000" anchor="ctr"/>
          <a:lstStyle>
            <a:lvl1pPr algn="ctr">
              <a:defRPr sz="1079">
                <a:solidFill>
                  <a:schemeClr val="bg1"/>
                </a:solidFill>
              </a:defRPr>
            </a:lvl1pPr>
            <a:lvl2pPr>
              <a:defRPr sz="1133">
                <a:solidFill>
                  <a:schemeClr val="bg1"/>
                </a:solidFill>
              </a:defRPr>
            </a:lvl2pPr>
            <a:lvl3pPr>
              <a:defRPr sz="1133">
                <a:solidFill>
                  <a:schemeClr val="bg1"/>
                </a:solidFill>
              </a:defRPr>
            </a:lvl3pPr>
            <a:lvl4pPr>
              <a:defRPr sz="1133">
                <a:solidFill>
                  <a:schemeClr val="bg1"/>
                </a:solidFill>
              </a:defRPr>
            </a:lvl4pPr>
            <a:lvl5pPr>
              <a:defRPr sz="1133">
                <a:solidFill>
                  <a:schemeClr val="bg1"/>
                </a:solidFill>
              </a:defRPr>
            </a:lvl5pPr>
          </a:lstStyle>
          <a:p>
            <a:pPr lvl="0"/>
            <a:r>
              <a:rPr lang="en-US" dirty="0"/>
              <a:t>Click to add text</a:t>
            </a:r>
            <a:endParaRPr lang="en-GB" dirty="0"/>
          </a:p>
        </p:txBody>
      </p:sp>
      <p:sp>
        <p:nvSpPr>
          <p:cNvPr id="11" name="Text Placeholder 8"/>
          <p:cNvSpPr>
            <a:spLocks noGrp="1"/>
          </p:cNvSpPr>
          <p:nvPr>
            <p:ph type="body" sz="quarter" idx="15"/>
          </p:nvPr>
        </p:nvSpPr>
        <p:spPr>
          <a:xfrm>
            <a:off x="4083850" y="1435045"/>
            <a:ext cx="2405850" cy="322400"/>
          </a:xfrm>
          <a:solidFill>
            <a:schemeClr val="tx2"/>
          </a:solidFill>
          <a:ln w="12700">
            <a:solidFill>
              <a:schemeClr val="tx2"/>
            </a:solidFill>
          </a:ln>
        </p:spPr>
        <p:txBody>
          <a:bodyPr lIns="54000" tIns="54000" rIns="54000" bIns="54000" anchor="ctr"/>
          <a:lstStyle>
            <a:lvl1pPr>
              <a:defRPr sz="1079">
                <a:solidFill>
                  <a:schemeClr val="bg1"/>
                </a:solidFill>
              </a:defRPr>
            </a:lvl1pPr>
            <a:lvl2pPr>
              <a:defRPr sz="1133"/>
            </a:lvl2pPr>
            <a:lvl3pPr>
              <a:defRPr sz="1133"/>
            </a:lvl3pPr>
            <a:lvl4pPr>
              <a:defRPr sz="1133"/>
            </a:lvl4pPr>
            <a:lvl5pPr>
              <a:defRPr sz="1133"/>
            </a:lvl5pPr>
          </a:lstStyle>
          <a:p>
            <a:pPr lvl="0"/>
            <a:r>
              <a:rPr lang="en-US"/>
              <a:t>Click to edit Master text styles</a:t>
            </a:r>
          </a:p>
        </p:txBody>
      </p:sp>
      <p:sp>
        <p:nvSpPr>
          <p:cNvPr id="12" name="Text Placeholder 8"/>
          <p:cNvSpPr>
            <a:spLocks noGrp="1"/>
          </p:cNvSpPr>
          <p:nvPr>
            <p:ph type="body" sz="quarter" idx="16"/>
          </p:nvPr>
        </p:nvSpPr>
        <p:spPr>
          <a:xfrm>
            <a:off x="4083850" y="6066046"/>
            <a:ext cx="2405850" cy="322400"/>
          </a:xfrm>
          <a:solidFill>
            <a:schemeClr val="tx2"/>
          </a:solidFill>
          <a:ln w="12700">
            <a:solidFill>
              <a:schemeClr val="tx2"/>
            </a:solidFill>
          </a:ln>
        </p:spPr>
        <p:txBody>
          <a:bodyPr lIns="54000" tIns="54000" rIns="54000" bIns="54000" anchor="ctr"/>
          <a:lstStyle>
            <a:lvl1pPr>
              <a:defRPr sz="1079">
                <a:solidFill>
                  <a:schemeClr val="bg1"/>
                </a:solidFill>
              </a:defRPr>
            </a:lvl1pPr>
            <a:lvl2pPr>
              <a:defRPr sz="1133"/>
            </a:lvl2pPr>
            <a:lvl3pPr>
              <a:defRPr sz="1133"/>
            </a:lvl3pPr>
            <a:lvl4pPr>
              <a:defRPr sz="1133"/>
            </a:lvl4pPr>
            <a:lvl5pPr>
              <a:defRPr sz="1133"/>
            </a:lvl5pPr>
          </a:lstStyle>
          <a:p>
            <a:pPr lvl="0"/>
            <a:r>
              <a:rPr lang="en-US"/>
              <a:t>Click to edit Master text styles</a:t>
            </a:r>
          </a:p>
        </p:txBody>
      </p:sp>
      <p:sp>
        <p:nvSpPr>
          <p:cNvPr id="14" name="Text Placeholder 8"/>
          <p:cNvSpPr>
            <a:spLocks noGrp="1"/>
          </p:cNvSpPr>
          <p:nvPr>
            <p:ph type="body" sz="quarter" idx="17"/>
          </p:nvPr>
        </p:nvSpPr>
        <p:spPr>
          <a:xfrm>
            <a:off x="360363" y="6394366"/>
            <a:ext cx="2405850" cy="2584472"/>
          </a:xfrm>
          <a:ln w="12700">
            <a:solidFill>
              <a:schemeClr val="tx2"/>
            </a:solidFill>
          </a:ln>
        </p:spPr>
        <p:txBody>
          <a:bodyPr lIns="54000" tIns="54000" rIns="54000" bIns="54000"/>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8" name="Text Placeholder 8"/>
          <p:cNvSpPr>
            <a:spLocks noGrp="1"/>
          </p:cNvSpPr>
          <p:nvPr>
            <p:ph type="body" sz="quarter" idx="18"/>
          </p:nvPr>
        </p:nvSpPr>
        <p:spPr>
          <a:xfrm>
            <a:off x="360363" y="6066046"/>
            <a:ext cx="2405850" cy="322400"/>
          </a:xfrm>
          <a:solidFill>
            <a:schemeClr val="tx2"/>
          </a:solidFill>
          <a:ln w="12700">
            <a:solidFill>
              <a:schemeClr val="tx2"/>
            </a:solidFill>
          </a:ln>
        </p:spPr>
        <p:txBody>
          <a:bodyPr lIns="54000" tIns="54000" rIns="54000" bIns="54000" anchor="ctr"/>
          <a:lstStyle>
            <a:lvl1pPr>
              <a:defRPr sz="1079">
                <a:solidFill>
                  <a:schemeClr val="bg1"/>
                </a:solidFill>
              </a:defRPr>
            </a:lvl1pPr>
            <a:lvl2pPr>
              <a:defRPr sz="1133"/>
            </a:lvl2pPr>
            <a:lvl3pPr>
              <a:defRPr sz="1133"/>
            </a:lvl3pPr>
            <a:lvl4pPr>
              <a:defRPr sz="1133"/>
            </a:lvl4pPr>
            <a:lvl5pPr>
              <a:defRPr sz="1133"/>
            </a:lvl5pPr>
          </a:lstStyle>
          <a:p>
            <a:pPr lvl="0"/>
            <a:r>
              <a:rPr lang="en-US"/>
              <a:t>Click to edit Master text styles</a:t>
            </a:r>
          </a:p>
        </p:txBody>
      </p:sp>
      <p:sp>
        <p:nvSpPr>
          <p:cNvPr id="19" name="Text Placeholder 8"/>
          <p:cNvSpPr>
            <a:spLocks noGrp="1"/>
          </p:cNvSpPr>
          <p:nvPr>
            <p:ph type="body" sz="quarter" idx="19"/>
          </p:nvPr>
        </p:nvSpPr>
        <p:spPr>
          <a:xfrm>
            <a:off x="360363" y="1765248"/>
            <a:ext cx="2405850" cy="2594567"/>
          </a:xfrm>
          <a:ln w="12700">
            <a:solidFill>
              <a:schemeClr val="tx2"/>
            </a:solidFill>
          </a:ln>
        </p:spPr>
        <p:txBody>
          <a:bodyPr lIns="54000" tIns="54000" rIns="54000" bIns="54000"/>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Text Placeholder 8"/>
          <p:cNvSpPr>
            <a:spLocks noGrp="1"/>
          </p:cNvSpPr>
          <p:nvPr>
            <p:ph type="body" sz="quarter" idx="20"/>
          </p:nvPr>
        </p:nvSpPr>
        <p:spPr>
          <a:xfrm>
            <a:off x="360363" y="1435045"/>
            <a:ext cx="2405850" cy="322400"/>
          </a:xfrm>
          <a:solidFill>
            <a:schemeClr val="tx2"/>
          </a:solidFill>
          <a:ln w="12700">
            <a:solidFill>
              <a:schemeClr val="tx2"/>
            </a:solidFill>
          </a:ln>
        </p:spPr>
        <p:txBody>
          <a:bodyPr lIns="54000" tIns="54000" rIns="54000" bIns="54000" anchor="ctr"/>
          <a:lstStyle>
            <a:lvl1pPr>
              <a:defRPr sz="1079">
                <a:solidFill>
                  <a:schemeClr val="bg1"/>
                </a:solidFill>
              </a:defRPr>
            </a:lvl1pPr>
            <a:lvl2pPr>
              <a:defRPr sz="1133"/>
            </a:lvl2pPr>
            <a:lvl3pPr>
              <a:defRPr sz="1133"/>
            </a:lvl3pPr>
            <a:lvl4pPr>
              <a:defRPr sz="1133"/>
            </a:lvl4pPr>
            <a:lvl5pPr>
              <a:defRPr sz="1133"/>
            </a:lvl5pPr>
          </a:lstStyle>
          <a:p>
            <a:pPr lvl="0"/>
            <a:r>
              <a:rPr lang="en-US"/>
              <a:t>Click to edit Master text styles</a:t>
            </a:r>
          </a:p>
        </p:txBody>
      </p:sp>
      <p:sp>
        <p:nvSpPr>
          <p:cNvPr id="3" name="Right Arrow 2"/>
          <p:cNvSpPr/>
          <p:nvPr userDrawn="1"/>
        </p:nvSpPr>
        <p:spPr>
          <a:xfrm rot="2655894">
            <a:off x="2647947" y="4439271"/>
            <a:ext cx="286200" cy="546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3700" tIns="43700" rIns="43700" bIns="43700" numCol="1" spcCol="0" rtlCol="0" fromWordArt="0" anchor="ctr" anchorCtr="0" forceAA="0" compatLnSpc="1">
            <a:prstTxWarp prst="textNoShape">
              <a:avLst/>
            </a:prstTxWarp>
            <a:noAutofit/>
          </a:bodyPr>
          <a:lstStyle/>
          <a:p>
            <a:pPr algn="l"/>
            <a:endParaRPr lang="en-GB" sz="1079" dirty="0">
              <a:solidFill>
                <a:schemeClr val="bg1"/>
              </a:solidFill>
            </a:endParaRPr>
          </a:p>
        </p:txBody>
      </p:sp>
      <p:sp>
        <p:nvSpPr>
          <p:cNvPr id="21" name="Right Arrow 20"/>
          <p:cNvSpPr/>
          <p:nvPr userDrawn="1"/>
        </p:nvSpPr>
        <p:spPr>
          <a:xfrm rot="18944106" flipH="1">
            <a:off x="3940751" y="4439271"/>
            <a:ext cx="286200" cy="546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3700" tIns="43700" rIns="43700" bIns="43700" numCol="1" spcCol="0" rtlCol="0" fromWordArt="0" anchor="ctr" anchorCtr="0" forceAA="0" compatLnSpc="1">
            <a:prstTxWarp prst="textNoShape">
              <a:avLst/>
            </a:prstTxWarp>
            <a:noAutofit/>
          </a:bodyPr>
          <a:lstStyle/>
          <a:p>
            <a:pPr algn="l"/>
            <a:endParaRPr lang="en-GB" sz="1079" dirty="0">
              <a:solidFill>
                <a:schemeClr val="bg1"/>
              </a:solidFill>
            </a:endParaRPr>
          </a:p>
        </p:txBody>
      </p:sp>
      <p:sp>
        <p:nvSpPr>
          <p:cNvPr id="22" name="Right Arrow 21"/>
          <p:cNvSpPr/>
          <p:nvPr userDrawn="1"/>
        </p:nvSpPr>
        <p:spPr>
          <a:xfrm rot="18944106" flipV="1">
            <a:off x="2647947" y="5460054"/>
            <a:ext cx="286200" cy="546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3700" tIns="43700" rIns="43700" bIns="43700" numCol="1" spcCol="0" rtlCol="0" fromWordArt="0" anchor="ctr" anchorCtr="0" forceAA="0" compatLnSpc="1">
            <a:prstTxWarp prst="textNoShape">
              <a:avLst/>
            </a:prstTxWarp>
            <a:noAutofit/>
          </a:bodyPr>
          <a:lstStyle/>
          <a:p>
            <a:pPr algn="l"/>
            <a:endParaRPr lang="en-GB" sz="1079" dirty="0">
              <a:solidFill>
                <a:schemeClr val="bg1"/>
              </a:solidFill>
            </a:endParaRPr>
          </a:p>
        </p:txBody>
      </p:sp>
      <p:sp>
        <p:nvSpPr>
          <p:cNvPr id="23" name="Right Arrow 22"/>
          <p:cNvSpPr/>
          <p:nvPr userDrawn="1"/>
        </p:nvSpPr>
        <p:spPr>
          <a:xfrm rot="2655894" flipH="1" flipV="1">
            <a:off x="3940751" y="5460054"/>
            <a:ext cx="286200" cy="546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3700" tIns="43700" rIns="43700" bIns="43700" numCol="1" spcCol="0" rtlCol="0" fromWordArt="0" anchor="ctr" anchorCtr="0" forceAA="0" compatLnSpc="1">
            <a:prstTxWarp prst="textNoShape">
              <a:avLst/>
            </a:prstTxWarp>
            <a:noAutofit/>
          </a:bodyPr>
          <a:lstStyle/>
          <a:p>
            <a:pPr algn="l"/>
            <a:endParaRPr lang="en-GB" sz="1079" dirty="0">
              <a:solidFill>
                <a:schemeClr val="bg1"/>
              </a:solidFill>
            </a:endParaRPr>
          </a:p>
        </p:txBody>
      </p:sp>
      <p:sp>
        <p:nvSpPr>
          <p:cNvPr id="4" name="Title 3"/>
          <p:cNvSpPr>
            <a:spLocks noGrp="1"/>
          </p:cNvSpPr>
          <p:nvPr>
            <p:ph type="title"/>
          </p:nvPr>
        </p:nvSpPr>
        <p:spPr/>
        <p:txBody>
          <a:bodyPr/>
          <a:lstStyle/>
          <a:p>
            <a:r>
              <a:rPr lang="en-US"/>
              <a:t>Click to edit Master title style</a:t>
            </a:r>
            <a:endParaRPr lang="en-GB" dirty="0"/>
          </a:p>
        </p:txBody>
      </p:sp>
      <p:sp>
        <p:nvSpPr>
          <p:cNvPr id="17" name="Text Placeholder 4"/>
          <p:cNvSpPr>
            <a:spLocks noGrp="1"/>
          </p:cNvSpPr>
          <p:nvPr>
            <p:ph type="body" sz="quarter" idx="21" hasCustomPrompt="1"/>
          </p:nvPr>
        </p:nvSpPr>
        <p:spPr>
          <a:xfrm>
            <a:off x="362744" y="65352"/>
            <a:ext cx="6126956" cy="244400"/>
          </a:xfrm>
        </p:spPr>
        <p:txBody>
          <a:bodyPr anchor="b"/>
          <a:lstStyle>
            <a:lvl1pPr>
              <a:spcAft>
                <a:spcPts val="0"/>
              </a:spcAft>
              <a:defRPr sz="971"/>
            </a:lvl1pPr>
          </a:lstStyle>
          <a:p>
            <a:pPr lvl="0"/>
            <a:r>
              <a:rPr lang="en-US" dirty="0"/>
              <a:t>Super title here</a:t>
            </a:r>
          </a:p>
        </p:txBody>
      </p:sp>
    </p:spTree>
    <p:extLst>
      <p:ext uri="{BB962C8B-B14F-4D97-AF65-F5344CB8AC3E}">
        <p14:creationId xmlns:p14="http://schemas.microsoft.com/office/powerpoint/2010/main" val="10293385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idebar with super title Summary Financials">
    <p:spTree>
      <p:nvGrpSpPr>
        <p:cNvPr id="1" name=""/>
        <p:cNvGrpSpPr/>
        <p:nvPr/>
      </p:nvGrpSpPr>
      <p:grpSpPr>
        <a:xfrm>
          <a:off x="0" y="0"/>
          <a:ext cx="0" cy="0"/>
          <a:chOff x="0" y="0"/>
          <a:chExt cx="0" cy="0"/>
        </a:xfrm>
      </p:grpSpPr>
      <p:sp>
        <p:nvSpPr>
          <p:cNvPr id="6" name="Text Placeholder 4"/>
          <p:cNvSpPr>
            <a:spLocks noGrp="1"/>
          </p:cNvSpPr>
          <p:nvPr>
            <p:ph type="body" sz="quarter" idx="11" hasCustomPrompt="1"/>
          </p:nvPr>
        </p:nvSpPr>
        <p:spPr>
          <a:xfrm>
            <a:off x="362744" y="65352"/>
            <a:ext cx="6134400" cy="244400"/>
          </a:xfrm>
        </p:spPr>
        <p:txBody>
          <a:bodyPr anchor="b"/>
          <a:lstStyle>
            <a:lvl1pPr>
              <a:spcAft>
                <a:spcPts val="0"/>
              </a:spcAft>
              <a:defRPr sz="1079"/>
            </a:lvl1pPr>
          </a:lstStyle>
          <a:p>
            <a:pPr lvl="0"/>
            <a:r>
              <a:rPr lang="en-US" dirty="0"/>
              <a:t>Super title here</a:t>
            </a:r>
          </a:p>
        </p:txBody>
      </p:sp>
      <p:sp>
        <p:nvSpPr>
          <p:cNvPr id="3" name="Title 2"/>
          <p:cNvSpPr>
            <a:spLocks noGrp="1"/>
          </p:cNvSpPr>
          <p:nvPr>
            <p:ph type="title"/>
          </p:nvPr>
        </p:nvSpPr>
        <p:spPr/>
        <p:txBody>
          <a:bodyPr/>
          <a:lstStyle/>
          <a:p>
            <a:r>
              <a:rPr lang="en-US"/>
              <a:t>Click to edit Master title style</a:t>
            </a:r>
            <a:endParaRPr lang="en-GB" dirty="0"/>
          </a:p>
        </p:txBody>
      </p:sp>
      <p:sp>
        <p:nvSpPr>
          <p:cNvPr id="4" name="Text Placeholder 2"/>
          <p:cNvSpPr>
            <a:spLocks noGrp="1"/>
          </p:cNvSpPr>
          <p:nvPr>
            <p:ph type="body" sz="quarter" idx="16"/>
          </p:nvPr>
        </p:nvSpPr>
        <p:spPr>
          <a:xfrm>
            <a:off x="360363" y="1433513"/>
            <a:ext cx="1104192" cy="7559675"/>
          </a:xfrm>
          <a:solidFill>
            <a:srgbClr val="0091DA"/>
          </a:solidFill>
        </p:spPr>
        <p:txBody>
          <a:bodyPr lIns="54610" tIns="54610" rIns="54610" bIns="54610"/>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Chart Placeholder 4"/>
          <p:cNvSpPr>
            <a:spLocks noGrp="1"/>
          </p:cNvSpPr>
          <p:nvPr>
            <p:ph type="chart" sz="quarter" idx="17"/>
          </p:nvPr>
        </p:nvSpPr>
        <p:spPr>
          <a:xfrm>
            <a:off x="1597306" y="5359078"/>
            <a:ext cx="4898744" cy="3634110"/>
          </a:xfrm>
        </p:spPr>
        <p:txBody>
          <a:bodyPr/>
          <a:lstStyle/>
          <a:p>
            <a:r>
              <a:rPr lang="en-US"/>
              <a:t>Click icon to add chart</a:t>
            </a:r>
            <a:endParaRPr lang="en-GB"/>
          </a:p>
        </p:txBody>
      </p:sp>
    </p:spTree>
    <p:extLst>
      <p:ext uri="{BB962C8B-B14F-4D97-AF65-F5344CB8AC3E}">
        <p14:creationId xmlns:p14="http://schemas.microsoft.com/office/powerpoint/2010/main" val="350497252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BLUE">
    <p:spTree>
      <p:nvGrpSpPr>
        <p:cNvPr id="1" name=""/>
        <p:cNvGrpSpPr/>
        <p:nvPr/>
      </p:nvGrpSpPr>
      <p:grpSpPr>
        <a:xfrm>
          <a:off x="0" y="0"/>
          <a:ext cx="0" cy="0"/>
          <a:chOff x="0" y="0"/>
          <a:chExt cx="0" cy="0"/>
        </a:xfrm>
      </p:grpSpPr>
      <p:sp>
        <p:nvSpPr>
          <p:cNvPr id="19" name="Text Placeholder 8"/>
          <p:cNvSpPr>
            <a:spLocks noGrp="1"/>
          </p:cNvSpPr>
          <p:nvPr>
            <p:ph type="body" sz="quarter" idx="19"/>
          </p:nvPr>
        </p:nvSpPr>
        <p:spPr>
          <a:xfrm>
            <a:off x="360363" y="1757424"/>
            <a:ext cx="2997200" cy="7292075"/>
          </a:xfrm>
          <a:ln w="6350">
            <a:solidFill>
              <a:schemeClr val="tx2"/>
            </a:solidFill>
          </a:ln>
        </p:spPr>
        <p:txBody>
          <a:bodyPr lIns="54000" tIns="54000" rIns="54000" bIns="54000"/>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Text Placeholder 8"/>
          <p:cNvSpPr>
            <a:spLocks noGrp="1"/>
          </p:cNvSpPr>
          <p:nvPr>
            <p:ph type="body" sz="quarter" idx="20"/>
          </p:nvPr>
        </p:nvSpPr>
        <p:spPr>
          <a:xfrm>
            <a:off x="360363" y="1424661"/>
            <a:ext cx="2997200" cy="322400"/>
          </a:xfrm>
          <a:solidFill>
            <a:schemeClr val="tx2"/>
          </a:solidFill>
          <a:ln w="6350">
            <a:solidFill>
              <a:schemeClr val="tx2"/>
            </a:solidFill>
          </a:ln>
        </p:spPr>
        <p:txBody>
          <a:bodyPr lIns="54000" tIns="54000" rIns="54000" bIns="54000" anchor="ctr"/>
          <a:lstStyle>
            <a:lvl1pPr>
              <a:defRPr sz="1079">
                <a:solidFill>
                  <a:schemeClr val="bg1"/>
                </a:solidFill>
              </a:defRPr>
            </a:lvl1pPr>
            <a:lvl2pPr>
              <a:defRPr sz="1133"/>
            </a:lvl2pPr>
            <a:lvl3pPr>
              <a:defRPr sz="1133"/>
            </a:lvl3pPr>
            <a:lvl4pPr>
              <a:defRPr sz="1133"/>
            </a:lvl4pPr>
            <a:lvl5pPr>
              <a:defRPr sz="1133"/>
            </a:lvl5pPr>
          </a:lstStyle>
          <a:p>
            <a:pPr lvl="0"/>
            <a:r>
              <a:rPr lang="en-US"/>
              <a:t>Click to edit Master text styles</a:t>
            </a:r>
          </a:p>
        </p:txBody>
      </p:sp>
      <p:sp>
        <p:nvSpPr>
          <p:cNvPr id="16" name="Text Placeholder 8"/>
          <p:cNvSpPr>
            <a:spLocks noGrp="1"/>
          </p:cNvSpPr>
          <p:nvPr>
            <p:ph type="body" sz="quarter" idx="21"/>
          </p:nvPr>
        </p:nvSpPr>
        <p:spPr>
          <a:xfrm>
            <a:off x="3500438" y="1757424"/>
            <a:ext cx="2989262" cy="7292075"/>
          </a:xfrm>
          <a:ln w="6350">
            <a:solidFill>
              <a:schemeClr val="tx2"/>
            </a:solidFill>
          </a:ln>
        </p:spPr>
        <p:txBody>
          <a:bodyPr lIns="54000" tIns="54000" rIns="54000" bIns="54000"/>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8"/>
          <p:cNvSpPr>
            <a:spLocks noGrp="1"/>
          </p:cNvSpPr>
          <p:nvPr>
            <p:ph type="body" sz="quarter" idx="22"/>
          </p:nvPr>
        </p:nvSpPr>
        <p:spPr>
          <a:xfrm>
            <a:off x="3500438" y="1424661"/>
            <a:ext cx="2989262" cy="322400"/>
          </a:xfrm>
          <a:solidFill>
            <a:schemeClr val="tx2"/>
          </a:solidFill>
          <a:ln w="6350">
            <a:solidFill>
              <a:schemeClr val="tx2"/>
            </a:solidFill>
          </a:ln>
        </p:spPr>
        <p:txBody>
          <a:bodyPr lIns="54000" tIns="54000" rIns="54000" bIns="54000" anchor="ctr"/>
          <a:lstStyle>
            <a:lvl1pPr>
              <a:defRPr sz="1079">
                <a:solidFill>
                  <a:schemeClr val="bg1"/>
                </a:solidFill>
              </a:defRPr>
            </a:lvl1pPr>
            <a:lvl2pPr>
              <a:defRPr sz="1133"/>
            </a:lvl2pPr>
            <a:lvl3pPr>
              <a:defRPr sz="1133"/>
            </a:lvl3pPr>
            <a:lvl4pPr>
              <a:defRPr sz="1133"/>
            </a:lvl4pPr>
            <a:lvl5pPr>
              <a:defRPr sz="1133"/>
            </a:lvl5pPr>
          </a:lstStyle>
          <a:p>
            <a:pPr lvl="0"/>
            <a:r>
              <a:rPr lang="en-US"/>
              <a:t>Click to edit Master text styles</a:t>
            </a:r>
          </a:p>
        </p:txBody>
      </p:sp>
      <p:sp>
        <p:nvSpPr>
          <p:cNvPr id="3" name="Title 2"/>
          <p:cNvSpPr>
            <a:spLocks noGrp="1"/>
          </p:cNvSpPr>
          <p:nvPr>
            <p:ph type="title"/>
          </p:nvPr>
        </p:nvSpPr>
        <p:spPr/>
        <p:txBody>
          <a:bodyPr/>
          <a:lstStyle/>
          <a:p>
            <a:r>
              <a:rPr lang="en-US"/>
              <a:t>Click to edit Master title style</a:t>
            </a:r>
            <a:endParaRPr lang="en-GB" dirty="0"/>
          </a:p>
        </p:txBody>
      </p:sp>
      <p:sp>
        <p:nvSpPr>
          <p:cNvPr id="8" name="Text Placeholder 4"/>
          <p:cNvSpPr>
            <a:spLocks noGrp="1"/>
          </p:cNvSpPr>
          <p:nvPr>
            <p:ph type="body" sz="quarter" idx="12" hasCustomPrompt="1"/>
          </p:nvPr>
        </p:nvSpPr>
        <p:spPr>
          <a:xfrm>
            <a:off x="362744" y="65352"/>
            <a:ext cx="6133306" cy="244400"/>
          </a:xfrm>
        </p:spPr>
        <p:txBody>
          <a:bodyPr anchor="b"/>
          <a:lstStyle>
            <a:lvl1pPr>
              <a:spcAft>
                <a:spcPts val="0"/>
              </a:spcAft>
              <a:defRPr sz="971"/>
            </a:lvl1pPr>
          </a:lstStyle>
          <a:p>
            <a:pPr lvl="0"/>
            <a:r>
              <a:rPr lang="en-US" dirty="0"/>
              <a:t>Super title here</a:t>
            </a:r>
          </a:p>
        </p:txBody>
      </p:sp>
    </p:spTree>
    <p:extLst>
      <p:ext uri="{BB962C8B-B14F-4D97-AF65-F5344CB8AC3E}">
        <p14:creationId xmlns:p14="http://schemas.microsoft.com/office/powerpoint/2010/main" val="132840979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A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dirty="0"/>
          </a:p>
        </p:txBody>
      </p:sp>
      <p:sp>
        <p:nvSpPr>
          <p:cNvPr id="8" name="Text Placeholder 4"/>
          <p:cNvSpPr>
            <a:spLocks noGrp="1"/>
          </p:cNvSpPr>
          <p:nvPr>
            <p:ph type="body" sz="quarter" idx="12" hasCustomPrompt="1"/>
          </p:nvPr>
        </p:nvSpPr>
        <p:spPr>
          <a:xfrm>
            <a:off x="362744" y="65352"/>
            <a:ext cx="6133306" cy="244400"/>
          </a:xfrm>
        </p:spPr>
        <p:txBody>
          <a:bodyPr anchor="b"/>
          <a:lstStyle>
            <a:lvl1pPr>
              <a:spcAft>
                <a:spcPts val="0"/>
              </a:spcAft>
              <a:defRPr sz="971"/>
            </a:lvl1pPr>
          </a:lstStyle>
          <a:p>
            <a:pPr lvl="0"/>
            <a:r>
              <a:rPr lang="en-US" dirty="0"/>
              <a:t>Super title here</a:t>
            </a:r>
          </a:p>
        </p:txBody>
      </p:sp>
      <p:sp>
        <p:nvSpPr>
          <p:cNvPr id="9" name="Text Placeholder 8"/>
          <p:cNvSpPr>
            <a:spLocks noGrp="1"/>
          </p:cNvSpPr>
          <p:nvPr>
            <p:ph type="body" sz="quarter" idx="19"/>
          </p:nvPr>
        </p:nvSpPr>
        <p:spPr>
          <a:xfrm>
            <a:off x="360363" y="1753835"/>
            <a:ext cx="2997200" cy="3367138"/>
          </a:xfrm>
          <a:ln w="6350">
            <a:solidFill>
              <a:schemeClr val="tx2"/>
            </a:solidFill>
          </a:ln>
        </p:spPr>
        <p:txBody>
          <a:bodyPr lIns="54000" tIns="54000" rIns="54000" bIns="54000"/>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8"/>
          <p:cNvSpPr>
            <a:spLocks noGrp="1"/>
          </p:cNvSpPr>
          <p:nvPr>
            <p:ph type="body" sz="quarter" idx="20"/>
          </p:nvPr>
        </p:nvSpPr>
        <p:spPr>
          <a:xfrm>
            <a:off x="360363" y="1423988"/>
            <a:ext cx="2997200" cy="322400"/>
          </a:xfrm>
          <a:solidFill>
            <a:schemeClr val="tx2"/>
          </a:solidFill>
          <a:ln w="6350">
            <a:solidFill>
              <a:schemeClr val="tx2"/>
            </a:solidFill>
          </a:ln>
        </p:spPr>
        <p:txBody>
          <a:bodyPr lIns="54000" tIns="54000" rIns="54000" bIns="54000" anchor="ctr"/>
          <a:lstStyle>
            <a:lvl1pPr>
              <a:defRPr sz="1079">
                <a:solidFill>
                  <a:schemeClr val="bg1"/>
                </a:solidFill>
              </a:defRPr>
            </a:lvl1pPr>
            <a:lvl2pPr>
              <a:defRPr sz="1133"/>
            </a:lvl2pPr>
            <a:lvl3pPr>
              <a:defRPr sz="1133"/>
            </a:lvl3pPr>
            <a:lvl4pPr>
              <a:defRPr sz="1133"/>
            </a:lvl4pPr>
            <a:lvl5pPr>
              <a:defRPr sz="1133"/>
            </a:lvl5pPr>
          </a:lstStyle>
          <a:p>
            <a:pPr lvl="0"/>
            <a:r>
              <a:rPr lang="en-US"/>
              <a:t>Click to edit Master text styles</a:t>
            </a:r>
          </a:p>
        </p:txBody>
      </p:sp>
      <p:sp>
        <p:nvSpPr>
          <p:cNvPr id="11" name="Text Placeholder 8"/>
          <p:cNvSpPr>
            <a:spLocks noGrp="1"/>
          </p:cNvSpPr>
          <p:nvPr>
            <p:ph type="body" sz="quarter" idx="21"/>
          </p:nvPr>
        </p:nvSpPr>
        <p:spPr>
          <a:xfrm>
            <a:off x="3500438" y="1753835"/>
            <a:ext cx="2989262" cy="3374584"/>
          </a:xfrm>
          <a:ln w="6350">
            <a:solidFill>
              <a:schemeClr val="tx2"/>
            </a:solidFill>
          </a:ln>
        </p:spPr>
        <p:txBody>
          <a:bodyPr lIns="54000" tIns="54000" rIns="54000" bIns="54000"/>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 Placeholder 8"/>
          <p:cNvSpPr>
            <a:spLocks noGrp="1"/>
          </p:cNvSpPr>
          <p:nvPr>
            <p:ph type="body" sz="quarter" idx="22"/>
          </p:nvPr>
        </p:nvSpPr>
        <p:spPr>
          <a:xfrm>
            <a:off x="3500438" y="1423988"/>
            <a:ext cx="2989262" cy="322400"/>
          </a:xfrm>
          <a:solidFill>
            <a:schemeClr val="tx2"/>
          </a:solidFill>
          <a:ln w="6350">
            <a:solidFill>
              <a:schemeClr val="tx2"/>
            </a:solidFill>
          </a:ln>
        </p:spPr>
        <p:txBody>
          <a:bodyPr lIns="54000" tIns="54000" rIns="54000" bIns="54000" anchor="ctr"/>
          <a:lstStyle>
            <a:lvl1pPr>
              <a:defRPr sz="1079">
                <a:solidFill>
                  <a:schemeClr val="bg1"/>
                </a:solidFill>
              </a:defRPr>
            </a:lvl1pPr>
            <a:lvl2pPr>
              <a:defRPr sz="1133"/>
            </a:lvl2pPr>
            <a:lvl3pPr>
              <a:defRPr sz="1133"/>
            </a:lvl3pPr>
            <a:lvl4pPr>
              <a:defRPr sz="1133"/>
            </a:lvl4pPr>
            <a:lvl5pPr>
              <a:defRPr sz="1133"/>
            </a:lvl5pPr>
          </a:lstStyle>
          <a:p>
            <a:pPr lvl="0"/>
            <a:r>
              <a:rPr lang="en-US"/>
              <a:t>Click to edit Master text styles</a:t>
            </a:r>
          </a:p>
        </p:txBody>
      </p:sp>
      <p:sp>
        <p:nvSpPr>
          <p:cNvPr id="13" name="Text Placeholder 8"/>
          <p:cNvSpPr>
            <a:spLocks noGrp="1"/>
          </p:cNvSpPr>
          <p:nvPr>
            <p:ph type="body" sz="quarter" idx="23"/>
          </p:nvPr>
        </p:nvSpPr>
        <p:spPr>
          <a:xfrm>
            <a:off x="360363" y="5696150"/>
            <a:ext cx="2997200" cy="3360377"/>
          </a:xfrm>
          <a:ln w="6350">
            <a:solidFill>
              <a:schemeClr val="tx2"/>
            </a:solidFill>
          </a:ln>
        </p:spPr>
        <p:txBody>
          <a:bodyPr lIns="54000" tIns="54000" rIns="54000" bIns="54000"/>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Text Placeholder 8"/>
          <p:cNvSpPr>
            <a:spLocks noGrp="1"/>
          </p:cNvSpPr>
          <p:nvPr>
            <p:ph type="body" sz="quarter" idx="24"/>
          </p:nvPr>
        </p:nvSpPr>
        <p:spPr>
          <a:xfrm>
            <a:off x="360363" y="5378442"/>
            <a:ext cx="2997200" cy="322400"/>
          </a:xfrm>
          <a:solidFill>
            <a:schemeClr val="tx2"/>
          </a:solidFill>
          <a:ln w="6350">
            <a:solidFill>
              <a:schemeClr val="tx2"/>
            </a:solidFill>
          </a:ln>
        </p:spPr>
        <p:txBody>
          <a:bodyPr lIns="54000" tIns="54000" rIns="54000" bIns="54000" anchor="ctr"/>
          <a:lstStyle>
            <a:lvl1pPr>
              <a:defRPr sz="1079">
                <a:solidFill>
                  <a:schemeClr val="bg1"/>
                </a:solidFill>
              </a:defRPr>
            </a:lvl1pPr>
            <a:lvl2pPr>
              <a:defRPr sz="1133"/>
            </a:lvl2pPr>
            <a:lvl3pPr>
              <a:defRPr sz="1133"/>
            </a:lvl3pPr>
            <a:lvl4pPr>
              <a:defRPr sz="1133"/>
            </a:lvl4pPr>
            <a:lvl5pPr>
              <a:defRPr sz="1133"/>
            </a:lvl5pPr>
          </a:lstStyle>
          <a:p>
            <a:pPr lvl="0"/>
            <a:r>
              <a:rPr lang="en-US"/>
              <a:t>Click to edit Master text styles</a:t>
            </a:r>
          </a:p>
        </p:txBody>
      </p:sp>
      <p:sp>
        <p:nvSpPr>
          <p:cNvPr id="15" name="Text Placeholder 8"/>
          <p:cNvSpPr>
            <a:spLocks noGrp="1"/>
          </p:cNvSpPr>
          <p:nvPr>
            <p:ph type="body" sz="quarter" idx="25"/>
          </p:nvPr>
        </p:nvSpPr>
        <p:spPr>
          <a:xfrm>
            <a:off x="3500438" y="5699485"/>
            <a:ext cx="2989262" cy="3360378"/>
          </a:xfrm>
          <a:ln w="6350">
            <a:solidFill>
              <a:schemeClr val="tx2"/>
            </a:solidFill>
          </a:ln>
        </p:spPr>
        <p:txBody>
          <a:bodyPr lIns="54000" tIns="54000" rIns="54000" bIns="54000"/>
          <a:lstStyle>
            <a:lvl1pPr>
              <a:defRPr sz="1079"/>
            </a:lvl1pPr>
            <a:lvl2pPr>
              <a:defRPr sz="1079"/>
            </a:lvl2pPr>
            <a:lvl3pPr>
              <a:defRPr sz="1079"/>
            </a:lvl3pPr>
            <a:lvl4pPr>
              <a:defRPr sz="1079"/>
            </a:lvl4pPr>
            <a:lvl5pPr>
              <a:defRPr sz="107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8" name="Text Placeholder 8"/>
          <p:cNvSpPr>
            <a:spLocks noGrp="1"/>
          </p:cNvSpPr>
          <p:nvPr>
            <p:ph type="body" sz="quarter" idx="26"/>
          </p:nvPr>
        </p:nvSpPr>
        <p:spPr>
          <a:xfrm>
            <a:off x="3500438" y="5381778"/>
            <a:ext cx="2989262" cy="322400"/>
          </a:xfrm>
          <a:solidFill>
            <a:schemeClr val="tx2"/>
          </a:solidFill>
          <a:ln w="6350">
            <a:solidFill>
              <a:schemeClr val="tx2"/>
            </a:solidFill>
          </a:ln>
        </p:spPr>
        <p:txBody>
          <a:bodyPr lIns="54000" tIns="54000" rIns="54000" bIns="54000" anchor="ctr"/>
          <a:lstStyle>
            <a:lvl1pPr>
              <a:defRPr sz="1079">
                <a:solidFill>
                  <a:schemeClr val="bg1"/>
                </a:solidFill>
              </a:defRPr>
            </a:lvl1pPr>
            <a:lvl2pPr>
              <a:defRPr sz="1133"/>
            </a:lvl2pPr>
            <a:lvl3pPr>
              <a:defRPr sz="1133"/>
            </a:lvl3pPr>
            <a:lvl4pPr>
              <a:defRPr sz="1133"/>
            </a:lvl4pPr>
            <a:lvl5pPr>
              <a:defRPr sz="1133"/>
            </a:lvl5pPr>
          </a:lstStyle>
          <a:p>
            <a:pPr lvl="0"/>
            <a:r>
              <a:rPr lang="en-US"/>
              <a:t>Click to edit Master text styles</a:t>
            </a:r>
          </a:p>
        </p:txBody>
      </p:sp>
    </p:spTree>
    <p:extLst>
      <p:ext uri="{BB962C8B-B14F-4D97-AF65-F5344CB8AC3E}">
        <p14:creationId xmlns:p14="http://schemas.microsoft.com/office/powerpoint/2010/main" val="26268237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1"/>
        </a:solidFill>
        <a:effectLst/>
      </p:bgPr>
    </p:bg>
    <p:spTree>
      <p:nvGrpSpPr>
        <p:cNvPr id="1" name=""/>
        <p:cNvGrpSpPr/>
        <p:nvPr/>
      </p:nvGrpSpPr>
      <p:grpSpPr>
        <a:xfrm>
          <a:off x="0" y="0"/>
          <a:ext cx="0" cy="0"/>
          <a:chOff x="0" y="0"/>
          <a:chExt cx="0" cy="0"/>
        </a:xfrm>
      </p:grpSpPr>
      <p:sp>
        <p:nvSpPr>
          <p:cNvPr id="4" name="object 3"/>
          <p:cNvSpPr/>
          <p:nvPr userDrawn="1"/>
        </p:nvSpPr>
        <p:spPr>
          <a:xfrm>
            <a:off x="1" y="0"/>
            <a:ext cx="907200" cy="9906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57" dirty="0">
              <a:latin typeface="Arial" panose="020B0604020202020204" pitchFamily="34" charset="0"/>
            </a:endParaRPr>
          </a:p>
        </p:txBody>
      </p:sp>
      <p:sp>
        <p:nvSpPr>
          <p:cNvPr id="8" name="Title 1"/>
          <p:cNvSpPr>
            <a:spLocks noGrp="1"/>
          </p:cNvSpPr>
          <p:nvPr>
            <p:ph type="ctrTitle" hasCustomPrompt="1"/>
          </p:nvPr>
        </p:nvSpPr>
        <p:spPr>
          <a:xfrm>
            <a:off x="1373594" y="1450802"/>
            <a:ext cx="3913928" cy="2433395"/>
          </a:xfrm>
        </p:spPr>
        <p:txBody>
          <a:bodyPr anchor="t" anchorCtr="0"/>
          <a:lstStyle>
            <a:lvl1pPr algn="l">
              <a:defRPr sz="8632" baseline="0">
                <a:solidFill>
                  <a:schemeClr val="bg1"/>
                </a:solidFill>
              </a:defRPr>
            </a:lvl1pPr>
          </a:lstStyle>
          <a:p>
            <a:r>
              <a:rPr lang="en-GB" dirty="0"/>
              <a:t>Section divider one title</a:t>
            </a:r>
            <a:endParaRPr lang="en-US" dirty="0"/>
          </a:p>
        </p:txBody>
      </p:sp>
      <p:sp>
        <p:nvSpPr>
          <p:cNvPr id="9" name="Subtitle 2"/>
          <p:cNvSpPr>
            <a:spLocks noGrp="1"/>
          </p:cNvSpPr>
          <p:nvPr>
            <p:ph type="subTitle" idx="1"/>
          </p:nvPr>
        </p:nvSpPr>
        <p:spPr>
          <a:xfrm>
            <a:off x="1373594" y="4080267"/>
            <a:ext cx="3913928" cy="234000"/>
          </a:xfrm>
        </p:spPr>
        <p:txBody>
          <a:bodyPr anchor="t" anchorCtr="0"/>
          <a:lstStyle>
            <a:lvl1pPr marL="0" indent="0" algn="l">
              <a:buNone/>
              <a:defRPr sz="1187">
                <a:solidFill>
                  <a:schemeClr val="bg1"/>
                </a:solidFill>
              </a:defRPr>
            </a:lvl1pPr>
            <a:lvl2pPr marL="493319" indent="0" algn="ctr">
              <a:buNone/>
              <a:defRPr sz="2158"/>
            </a:lvl2pPr>
            <a:lvl3pPr marL="986638" indent="0" algn="ctr">
              <a:buNone/>
              <a:defRPr sz="1942"/>
            </a:lvl3pPr>
            <a:lvl4pPr marL="1479956" indent="0" algn="ctr">
              <a:buNone/>
              <a:defRPr sz="1726"/>
            </a:lvl4pPr>
            <a:lvl5pPr marL="1973275" indent="0" algn="ctr">
              <a:buNone/>
              <a:defRPr sz="1726"/>
            </a:lvl5pPr>
            <a:lvl6pPr marL="2466594" indent="0" algn="ctr">
              <a:buNone/>
              <a:defRPr sz="1726"/>
            </a:lvl6pPr>
            <a:lvl7pPr marL="2959913" indent="0" algn="ctr">
              <a:buNone/>
              <a:defRPr sz="1726"/>
            </a:lvl7pPr>
            <a:lvl8pPr marL="3453232" indent="0" algn="ctr">
              <a:buNone/>
              <a:defRPr sz="1726"/>
            </a:lvl8pPr>
            <a:lvl9pPr marL="3946550" indent="0" algn="ctr">
              <a:buNone/>
              <a:defRPr sz="1726"/>
            </a:lvl9pPr>
          </a:lstStyle>
          <a:p>
            <a:r>
              <a:rPr lang="en-US"/>
              <a:t>Click to edit Master subtitle style</a:t>
            </a:r>
            <a:endParaRPr lang="en-US" dirty="0"/>
          </a:p>
        </p:txBody>
      </p:sp>
      <p:sp>
        <p:nvSpPr>
          <p:cNvPr id="6" name="Freeform 19"/>
          <p:cNvSpPr>
            <a:spLocks noEditPoints="1"/>
          </p:cNvSpPr>
          <p:nvPr userDrawn="1"/>
        </p:nvSpPr>
        <p:spPr bwMode="auto">
          <a:xfrm>
            <a:off x="1402393"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8664" tIns="49332" rIns="98664" bIns="49332" numCol="1" anchor="t" anchorCtr="0" compatLnSpc="1">
            <a:prstTxWarp prst="textNoShape">
              <a:avLst/>
            </a:prstTxWarp>
          </a:bodyPr>
          <a:lstStyle/>
          <a:p>
            <a:endParaRPr lang="en-GB" sz="2115" dirty="0"/>
          </a:p>
        </p:txBody>
      </p:sp>
    </p:spTree>
    <p:extLst>
      <p:ext uri="{BB962C8B-B14F-4D97-AF65-F5344CB8AC3E}">
        <p14:creationId xmlns:p14="http://schemas.microsoft.com/office/powerpoint/2010/main" val="37929593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rgbClr val="6D2077"/>
        </a:solidFill>
        <a:effectLst/>
      </p:bgPr>
    </p:bg>
    <p:spTree>
      <p:nvGrpSpPr>
        <p:cNvPr id="1" name=""/>
        <p:cNvGrpSpPr/>
        <p:nvPr/>
      </p:nvGrpSpPr>
      <p:grpSpPr>
        <a:xfrm>
          <a:off x="0" y="0"/>
          <a:ext cx="0" cy="0"/>
          <a:chOff x="0" y="0"/>
          <a:chExt cx="0" cy="0"/>
        </a:xfrm>
      </p:grpSpPr>
      <p:sp>
        <p:nvSpPr>
          <p:cNvPr id="4" name="object 3"/>
          <p:cNvSpPr/>
          <p:nvPr userDrawn="1"/>
        </p:nvSpPr>
        <p:spPr>
          <a:xfrm>
            <a:off x="1" y="0"/>
            <a:ext cx="907200" cy="9906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A3A1"/>
          </a:solidFill>
        </p:spPr>
        <p:txBody>
          <a:bodyPr wrap="square" lIns="0" tIns="0" rIns="0" bIns="0" rtlCol="0">
            <a:noAutofit/>
          </a:bodyPr>
          <a:lstStyle/>
          <a:p>
            <a:endParaRPr sz="1457" dirty="0">
              <a:latin typeface="Arial" panose="020B0604020202020204" pitchFamily="34" charset="0"/>
            </a:endParaRPr>
          </a:p>
        </p:txBody>
      </p:sp>
      <p:sp>
        <p:nvSpPr>
          <p:cNvPr id="8" name="Title 1"/>
          <p:cNvSpPr>
            <a:spLocks noGrp="1"/>
          </p:cNvSpPr>
          <p:nvPr>
            <p:ph type="ctrTitle" hasCustomPrompt="1"/>
          </p:nvPr>
        </p:nvSpPr>
        <p:spPr>
          <a:xfrm>
            <a:off x="1373594" y="1450802"/>
            <a:ext cx="3913928" cy="2433395"/>
          </a:xfrm>
        </p:spPr>
        <p:txBody>
          <a:bodyPr anchor="t" anchorCtr="0"/>
          <a:lstStyle>
            <a:lvl1pPr algn="l">
              <a:defRPr sz="8632" baseline="0">
                <a:solidFill>
                  <a:schemeClr val="bg1"/>
                </a:solidFill>
              </a:defRPr>
            </a:lvl1pPr>
          </a:lstStyle>
          <a:p>
            <a:r>
              <a:rPr lang="en-GB" dirty="0"/>
              <a:t>Section divider two title</a:t>
            </a:r>
            <a:endParaRPr lang="en-US" dirty="0"/>
          </a:p>
        </p:txBody>
      </p:sp>
      <p:sp>
        <p:nvSpPr>
          <p:cNvPr id="9" name="Subtitle 2"/>
          <p:cNvSpPr>
            <a:spLocks noGrp="1"/>
          </p:cNvSpPr>
          <p:nvPr>
            <p:ph type="subTitle" idx="1"/>
          </p:nvPr>
        </p:nvSpPr>
        <p:spPr>
          <a:xfrm>
            <a:off x="1373594" y="4080267"/>
            <a:ext cx="3913928" cy="234000"/>
          </a:xfrm>
        </p:spPr>
        <p:txBody>
          <a:bodyPr anchor="t" anchorCtr="0"/>
          <a:lstStyle>
            <a:lvl1pPr marL="0" indent="0" algn="l">
              <a:buNone/>
              <a:defRPr sz="1187">
                <a:solidFill>
                  <a:schemeClr val="bg1"/>
                </a:solidFill>
              </a:defRPr>
            </a:lvl1pPr>
            <a:lvl2pPr marL="493319" indent="0" algn="ctr">
              <a:buNone/>
              <a:defRPr sz="2158"/>
            </a:lvl2pPr>
            <a:lvl3pPr marL="986638" indent="0" algn="ctr">
              <a:buNone/>
              <a:defRPr sz="1942"/>
            </a:lvl3pPr>
            <a:lvl4pPr marL="1479956" indent="0" algn="ctr">
              <a:buNone/>
              <a:defRPr sz="1726"/>
            </a:lvl4pPr>
            <a:lvl5pPr marL="1973275" indent="0" algn="ctr">
              <a:buNone/>
              <a:defRPr sz="1726"/>
            </a:lvl5pPr>
            <a:lvl6pPr marL="2466594" indent="0" algn="ctr">
              <a:buNone/>
              <a:defRPr sz="1726"/>
            </a:lvl6pPr>
            <a:lvl7pPr marL="2959913" indent="0" algn="ctr">
              <a:buNone/>
              <a:defRPr sz="1726"/>
            </a:lvl7pPr>
            <a:lvl8pPr marL="3453232" indent="0" algn="ctr">
              <a:buNone/>
              <a:defRPr sz="1726"/>
            </a:lvl8pPr>
            <a:lvl9pPr marL="3946550" indent="0" algn="ctr">
              <a:buNone/>
              <a:defRPr sz="1726"/>
            </a:lvl9pPr>
          </a:lstStyle>
          <a:p>
            <a:r>
              <a:rPr lang="en-US"/>
              <a:t>Click to edit Master subtitle style</a:t>
            </a:r>
            <a:endParaRPr lang="en-US" dirty="0"/>
          </a:p>
        </p:txBody>
      </p:sp>
      <p:sp>
        <p:nvSpPr>
          <p:cNvPr id="6" name="Freeform 19"/>
          <p:cNvSpPr>
            <a:spLocks noEditPoints="1"/>
          </p:cNvSpPr>
          <p:nvPr userDrawn="1"/>
        </p:nvSpPr>
        <p:spPr bwMode="auto">
          <a:xfrm>
            <a:off x="1402393"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8664" tIns="49332" rIns="98664" bIns="49332" numCol="1" anchor="t" anchorCtr="0" compatLnSpc="1">
            <a:prstTxWarp prst="textNoShape">
              <a:avLst/>
            </a:prstTxWarp>
          </a:bodyPr>
          <a:lstStyle/>
          <a:p>
            <a:endParaRPr lang="en-GB" sz="2115" dirty="0"/>
          </a:p>
        </p:txBody>
      </p:sp>
    </p:spTree>
    <p:extLst>
      <p:ext uri="{BB962C8B-B14F-4D97-AF65-F5344CB8AC3E}">
        <p14:creationId xmlns:p14="http://schemas.microsoft.com/office/powerpoint/2010/main" val="30078280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tx2"/>
        </a:solidFill>
        <a:effectLst/>
      </p:bgPr>
    </p:bg>
    <p:spTree>
      <p:nvGrpSpPr>
        <p:cNvPr id="1" name=""/>
        <p:cNvGrpSpPr/>
        <p:nvPr/>
      </p:nvGrpSpPr>
      <p:grpSpPr>
        <a:xfrm>
          <a:off x="0" y="0"/>
          <a:ext cx="0" cy="0"/>
          <a:chOff x="0" y="0"/>
          <a:chExt cx="0" cy="0"/>
        </a:xfrm>
      </p:grpSpPr>
      <p:sp>
        <p:nvSpPr>
          <p:cNvPr id="4" name="object 3"/>
          <p:cNvSpPr/>
          <p:nvPr userDrawn="1"/>
        </p:nvSpPr>
        <p:spPr>
          <a:xfrm>
            <a:off x="1" y="0"/>
            <a:ext cx="907200" cy="9906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endParaRPr sz="1457" dirty="0">
              <a:latin typeface="Arial" panose="020B0604020202020204" pitchFamily="34" charset="0"/>
            </a:endParaRPr>
          </a:p>
        </p:txBody>
      </p:sp>
      <p:sp>
        <p:nvSpPr>
          <p:cNvPr id="8" name="Title 1"/>
          <p:cNvSpPr>
            <a:spLocks noGrp="1"/>
          </p:cNvSpPr>
          <p:nvPr>
            <p:ph type="ctrTitle" hasCustomPrompt="1"/>
          </p:nvPr>
        </p:nvSpPr>
        <p:spPr>
          <a:xfrm>
            <a:off x="1373594" y="1450802"/>
            <a:ext cx="3913928" cy="2433395"/>
          </a:xfrm>
        </p:spPr>
        <p:txBody>
          <a:bodyPr anchor="t" anchorCtr="0"/>
          <a:lstStyle>
            <a:lvl1pPr algn="l">
              <a:defRPr sz="8632" baseline="0">
                <a:solidFill>
                  <a:schemeClr val="bg1"/>
                </a:solidFill>
              </a:defRPr>
            </a:lvl1pPr>
          </a:lstStyle>
          <a:p>
            <a:r>
              <a:rPr lang="en-GB" dirty="0"/>
              <a:t>Section divider three title</a:t>
            </a:r>
            <a:endParaRPr lang="en-US" dirty="0"/>
          </a:p>
        </p:txBody>
      </p:sp>
      <p:sp>
        <p:nvSpPr>
          <p:cNvPr id="9" name="Subtitle 2"/>
          <p:cNvSpPr>
            <a:spLocks noGrp="1"/>
          </p:cNvSpPr>
          <p:nvPr>
            <p:ph type="subTitle" idx="1"/>
          </p:nvPr>
        </p:nvSpPr>
        <p:spPr>
          <a:xfrm>
            <a:off x="1373594" y="4080267"/>
            <a:ext cx="3913928" cy="234000"/>
          </a:xfrm>
        </p:spPr>
        <p:txBody>
          <a:bodyPr anchor="t" anchorCtr="0"/>
          <a:lstStyle>
            <a:lvl1pPr marL="0" indent="0" algn="l">
              <a:buNone/>
              <a:defRPr sz="1187">
                <a:solidFill>
                  <a:schemeClr val="bg1"/>
                </a:solidFill>
              </a:defRPr>
            </a:lvl1pPr>
            <a:lvl2pPr marL="493319" indent="0" algn="ctr">
              <a:buNone/>
              <a:defRPr sz="2158"/>
            </a:lvl2pPr>
            <a:lvl3pPr marL="986638" indent="0" algn="ctr">
              <a:buNone/>
              <a:defRPr sz="1942"/>
            </a:lvl3pPr>
            <a:lvl4pPr marL="1479956" indent="0" algn="ctr">
              <a:buNone/>
              <a:defRPr sz="1726"/>
            </a:lvl4pPr>
            <a:lvl5pPr marL="1973275" indent="0" algn="ctr">
              <a:buNone/>
              <a:defRPr sz="1726"/>
            </a:lvl5pPr>
            <a:lvl6pPr marL="2466594" indent="0" algn="ctr">
              <a:buNone/>
              <a:defRPr sz="1726"/>
            </a:lvl6pPr>
            <a:lvl7pPr marL="2959913" indent="0" algn="ctr">
              <a:buNone/>
              <a:defRPr sz="1726"/>
            </a:lvl7pPr>
            <a:lvl8pPr marL="3453232" indent="0" algn="ctr">
              <a:buNone/>
              <a:defRPr sz="1726"/>
            </a:lvl8pPr>
            <a:lvl9pPr marL="3946550" indent="0" algn="ctr">
              <a:buNone/>
              <a:defRPr sz="1726"/>
            </a:lvl9pPr>
          </a:lstStyle>
          <a:p>
            <a:r>
              <a:rPr lang="en-US"/>
              <a:t>Click to edit Master subtitle style</a:t>
            </a:r>
            <a:endParaRPr lang="en-US" dirty="0"/>
          </a:p>
        </p:txBody>
      </p:sp>
      <p:sp>
        <p:nvSpPr>
          <p:cNvPr id="6" name="Freeform 19"/>
          <p:cNvSpPr>
            <a:spLocks noEditPoints="1"/>
          </p:cNvSpPr>
          <p:nvPr userDrawn="1"/>
        </p:nvSpPr>
        <p:spPr bwMode="auto">
          <a:xfrm>
            <a:off x="1402393"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8664" tIns="49332" rIns="98664" bIns="49332" numCol="1" anchor="t" anchorCtr="0" compatLnSpc="1">
            <a:prstTxWarp prst="textNoShape">
              <a:avLst/>
            </a:prstTxWarp>
          </a:bodyPr>
          <a:lstStyle/>
          <a:p>
            <a:endParaRPr lang="en-GB" sz="2115" dirty="0"/>
          </a:p>
        </p:txBody>
      </p:sp>
    </p:spTree>
    <p:extLst>
      <p:ext uri="{BB962C8B-B14F-4D97-AF65-F5344CB8AC3E}">
        <p14:creationId xmlns:p14="http://schemas.microsoft.com/office/powerpoint/2010/main" val="306588730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ivider 4">
    <p:bg>
      <p:bgPr>
        <a:solidFill>
          <a:srgbClr val="00A3A1"/>
        </a:solidFill>
        <a:effectLst/>
      </p:bgPr>
    </p:bg>
    <p:spTree>
      <p:nvGrpSpPr>
        <p:cNvPr id="1" name=""/>
        <p:cNvGrpSpPr/>
        <p:nvPr/>
      </p:nvGrpSpPr>
      <p:grpSpPr>
        <a:xfrm>
          <a:off x="0" y="0"/>
          <a:ext cx="0" cy="0"/>
          <a:chOff x="0" y="0"/>
          <a:chExt cx="0" cy="0"/>
        </a:xfrm>
      </p:grpSpPr>
      <p:sp>
        <p:nvSpPr>
          <p:cNvPr id="4" name="object 3"/>
          <p:cNvSpPr/>
          <p:nvPr userDrawn="1"/>
        </p:nvSpPr>
        <p:spPr>
          <a:xfrm>
            <a:off x="1" y="0"/>
            <a:ext cx="907200" cy="9906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470A68"/>
          </a:solidFill>
        </p:spPr>
        <p:txBody>
          <a:bodyPr wrap="square" lIns="0" tIns="0" rIns="0" bIns="0" rtlCol="0">
            <a:noAutofit/>
          </a:bodyPr>
          <a:lstStyle/>
          <a:p>
            <a:endParaRPr sz="1457" dirty="0">
              <a:latin typeface="Arial" panose="020B0604020202020204" pitchFamily="34" charset="0"/>
            </a:endParaRPr>
          </a:p>
        </p:txBody>
      </p:sp>
      <p:sp>
        <p:nvSpPr>
          <p:cNvPr id="8" name="Title 1"/>
          <p:cNvSpPr>
            <a:spLocks noGrp="1"/>
          </p:cNvSpPr>
          <p:nvPr>
            <p:ph type="ctrTitle" hasCustomPrompt="1"/>
          </p:nvPr>
        </p:nvSpPr>
        <p:spPr>
          <a:xfrm>
            <a:off x="1373594" y="1450802"/>
            <a:ext cx="3913928" cy="2433395"/>
          </a:xfrm>
        </p:spPr>
        <p:txBody>
          <a:bodyPr anchor="t" anchorCtr="0"/>
          <a:lstStyle>
            <a:lvl1pPr algn="l">
              <a:defRPr sz="8632" baseline="0">
                <a:solidFill>
                  <a:schemeClr val="bg1"/>
                </a:solidFill>
              </a:defRPr>
            </a:lvl1pPr>
          </a:lstStyle>
          <a:p>
            <a:r>
              <a:rPr lang="en-GB" dirty="0"/>
              <a:t>Section divider four title</a:t>
            </a:r>
            <a:endParaRPr lang="en-US" dirty="0"/>
          </a:p>
        </p:txBody>
      </p:sp>
      <p:sp>
        <p:nvSpPr>
          <p:cNvPr id="9" name="Subtitle 2"/>
          <p:cNvSpPr>
            <a:spLocks noGrp="1"/>
          </p:cNvSpPr>
          <p:nvPr>
            <p:ph type="subTitle" idx="1"/>
          </p:nvPr>
        </p:nvSpPr>
        <p:spPr>
          <a:xfrm>
            <a:off x="1373594" y="4080267"/>
            <a:ext cx="3913928" cy="234000"/>
          </a:xfrm>
        </p:spPr>
        <p:txBody>
          <a:bodyPr anchor="t" anchorCtr="0"/>
          <a:lstStyle>
            <a:lvl1pPr marL="0" indent="0" algn="l">
              <a:buNone/>
              <a:defRPr sz="1187">
                <a:solidFill>
                  <a:schemeClr val="bg1"/>
                </a:solidFill>
              </a:defRPr>
            </a:lvl1pPr>
            <a:lvl2pPr marL="493319" indent="0" algn="ctr">
              <a:buNone/>
              <a:defRPr sz="2158"/>
            </a:lvl2pPr>
            <a:lvl3pPr marL="986638" indent="0" algn="ctr">
              <a:buNone/>
              <a:defRPr sz="1942"/>
            </a:lvl3pPr>
            <a:lvl4pPr marL="1479956" indent="0" algn="ctr">
              <a:buNone/>
              <a:defRPr sz="1726"/>
            </a:lvl4pPr>
            <a:lvl5pPr marL="1973275" indent="0" algn="ctr">
              <a:buNone/>
              <a:defRPr sz="1726"/>
            </a:lvl5pPr>
            <a:lvl6pPr marL="2466594" indent="0" algn="ctr">
              <a:buNone/>
              <a:defRPr sz="1726"/>
            </a:lvl6pPr>
            <a:lvl7pPr marL="2959913" indent="0" algn="ctr">
              <a:buNone/>
              <a:defRPr sz="1726"/>
            </a:lvl7pPr>
            <a:lvl8pPr marL="3453232" indent="0" algn="ctr">
              <a:buNone/>
              <a:defRPr sz="1726"/>
            </a:lvl8pPr>
            <a:lvl9pPr marL="3946550" indent="0" algn="ctr">
              <a:buNone/>
              <a:defRPr sz="1726"/>
            </a:lvl9pPr>
          </a:lstStyle>
          <a:p>
            <a:r>
              <a:rPr lang="en-US"/>
              <a:t>Click to edit Master subtitle style</a:t>
            </a:r>
            <a:endParaRPr lang="en-US" dirty="0"/>
          </a:p>
        </p:txBody>
      </p:sp>
      <p:sp>
        <p:nvSpPr>
          <p:cNvPr id="6" name="Freeform 19"/>
          <p:cNvSpPr>
            <a:spLocks noEditPoints="1"/>
          </p:cNvSpPr>
          <p:nvPr userDrawn="1"/>
        </p:nvSpPr>
        <p:spPr bwMode="auto">
          <a:xfrm>
            <a:off x="1402393"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8664" tIns="49332" rIns="98664" bIns="49332" numCol="1" anchor="t" anchorCtr="0" compatLnSpc="1">
            <a:prstTxWarp prst="textNoShape">
              <a:avLst/>
            </a:prstTxWarp>
          </a:bodyPr>
          <a:lstStyle/>
          <a:p>
            <a:endParaRPr lang="en-GB" sz="2115" dirty="0"/>
          </a:p>
        </p:txBody>
      </p:sp>
    </p:spTree>
    <p:extLst>
      <p:ext uri="{BB962C8B-B14F-4D97-AF65-F5344CB8AC3E}">
        <p14:creationId xmlns:p14="http://schemas.microsoft.com/office/powerpoint/2010/main" val="317307023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KEY MESSAGE">
    <p:bg>
      <p:bgPr>
        <a:solidFill>
          <a:schemeClr val="accent1"/>
        </a:solidFill>
        <a:effectLst/>
      </p:bgPr>
    </p:bg>
    <p:spTree>
      <p:nvGrpSpPr>
        <p:cNvPr id="1" name=""/>
        <p:cNvGrpSpPr/>
        <p:nvPr/>
      </p:nvGrpSpPr>
      <p:grpSpPr>
        <a:xfrm>
          <a:off x="0" y="0"/>
          <a:ext cx="0" cy="0"/>
          <a:chOff x="0" y="0"/>
          <a:chExt cx="0" cy="0"/>
        </a:xfrm>
      </p:grpSpPr>
      <p:sp>
        <p:nvSpPr>
          <p:cNvPr id="4" name="object 3"/>
          <p:cNvSpPr/>
          <p:nvPr userDrawn="1"/>
        </p:nvSpPr>
        <p:spPr>
          <a:xfrm>
            <a:off x="1" y="0"/>
            <a:ext cx="907200" cy="9906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57" dirty="0">
              <a:latin typeface="Arial" panose="020B0604020202020204" pitchFamily="34" charset="0"/>
            </a:endParaRPr>
          </a:p>
        </p:txBody>
      </p:sp>
      <p:sp>
        <p:nvSpPr>
          <p:cNvPr id="8" name="Title 1"/>
          <p:cNvSpPr>
            <a:spLocks noGrp="1"/>
          </p:cNvSpPr>
          <p:nvPr>
            <p:ph type="ctrTitle" hasCustomPrompt="1"/>
          </p:nvPr>
        </p:nvSpPr>
        <p:spPr>
          <a:xfrm>
            <a:off x="1373594" y="1069179"/>
            <a:ext cx="3913928" cy="457211"/>
          </a:xfrm>
        </p:spPr>
        <p:txBody>
          <a:bodyPr anchor="t" anchorCtr="0"/>
          <a:lstStyle>
            <a:lvl1pPr algn="l">
              <a:defRPr sz="3884" baseline="0">
                <a:solidFill>
                  <a:schemeClr val="bg1"/>
                </a:solidFill>
              </a:defRPr>
            </a:lvl1pPr>
          </a:lstStyle>
          <a:p>
            <a:r>
              <a:rPr lang="en-GB" dirty="0"/>
              <a:t>Click to edit text</a:t>
            </a:r>
          </a:p>
        </p:txBody>
      </p:sp>
      <p:sp>
        <p:nvSpPr>
          <p:cNvPr id="6" name="Text Placeholder 5"/>
          <p:cNvSpPr>
            <a:spLocks noGrp="1"/>
          </p:cNvSpPr>
          <p:nvPr>
            <p:ph type="body" sz="quarter" idx="10"/>
          </p:nvPr>
        </p:nvSpPr>
        <p:spPr>
          <a:xfrm>
            <a:off x="1373595" y="1801888"/>
            <a:ext cx="3609975" cy="4653756"/>
          </a:xfrm>
        </p:spPr>
        <p:txBody>
          <a:bodyPr/>
          <a:lstStyle>
            <a:lvl1pPr>
              <a:spcAft>
                <a:spcPts val="1295"/>
              </a:spcAft>
              <a:defRPr sz="1295" b="0">
                <a:solidFill>
                  <a:schemeClr val="bg1"/>
                </a:solidFill>
              </a:defRPr>
            </a:lvl1pPr>
            <a:lvl2pPr>
              <a:spcAft>
                <a:spcPts val="1295"/>
              </a:spcAft>
              <a:defRPr sz="1295">
                <a:solidFill>
                  <a:schemeClr val="bg1"/>
                </a:solidFill>
              </a:defRPr>
            </a:lvl2pPr>
            <a:lvl3pPr>
              <a:spcAft>
                <a:spcPts val="1295"/>
              </a:spcAft>
              <a:buClr>
                <a:schemeClr val="bg1"/>
              </a:buClr>
              <a:defRPr sz="1295">
                <a:solidFill>
                  <a:schemeClr val="bg1"/>
                </a:solidFill>
              </a:defRPr>
            </a:lvl3pPr>
            <a:lvl4pPr>
              <a:spcAft>
                <a:spcPts val="1295"/>
              </a:spcAft>
              <a:buClr>
                <a:schemeClr val="bg1"/>
              </a:buClr>
              <a:defRPr sz="1295">
                <a:solidFill>
                  <a:schemeClr val="bg1"/>
                </a:solidFill>
              </a:defRPr>
            </a:lvl4pPr>
            <a:lvl5pPr>
              <a:spcAft>
                <a:spcPts val="1295"/>
              </a:spcAft>
              <a:buClr>
                <a:schemeClr val="bg1"/>
              </a:buClr>
              <a:defRPr sz="1295">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80433497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KEY MESSAGE">
    <p:spTree>
      <p:nvGrpSpPr>
        <p:cNvPr id="1" name=""/>
        <p:cNvGrpSpPr/>
        <p:nvPr/>
      </p:nvGrpSpPr>
      <p:grpSpPr>
        <a:xfrm>
          <a:off x="0" y="0"/>
          <a:ext cx="0" cy="0"/>
          <a:chOff x="0" y="0"/>
          <a:chExt cx="0" cy="0"/>
        </a:xfrm>
      </p:grpSpPr>
      <p:sp>
        <p:nvSpPr>
          <p:cNvPr id="2" name="Title 1"/>
          <p:cNvSpPr>
            <a:spLocks noGrp="1"/>
          </p:cNvSpPr>
          <p:nvPr>
            <p:ph type="title"/>
          </p:nvPr>
        </p:nvSpPr>
        <p:spPr>
          <a:xfrm>
            <a:off x="360365" y="1433570"/>
            <a:ext cx="4007159" cy="565500"/>
          </a:xfrm>
        </p:spPr>
        <p:txBody>
          <a:bodyPr/>
          <a:lstStyle/>
          <a:p>
            <a:r>
              <a:rPr lang="en-US"/>
              <a:t>Click to edit Master title style</a:t>
            </a:r>
            <a:endParaRPr lang="en-US" dirty="0"/>
          </a:p>
        </p:txBody>
      </p:sp>
      <p:sp>
        <p:nvSpPr>
          <p:cNvPr id="4" name="Text Placeholder 2"/>
          <p:cNvSpPr>
            <a:spLocks noGrp="1"/>
          </p:cNvSpPr>
          <p:nvPr>
            <p:ph type="body" sz="quarter" idx="16"/>
          </p:nvPr>
        </p:nvSpPr>
        <p:spPr>
          <a:xfrm>
            <a:off x="360362" y="2259808"/>
            <a:ext cx="4007160" cy="6792581"/>
          </a:xfrm>
        </p:spPr>
        <p:txBody>
          <a:bodyPr/>
          <a:lstStyle>
            <a:lvl1pPr>
              <a:spcAft>
                <a:spcPts val="1079"/>
              </a:spcAft>
              <a:defRPr/>
            </a:lvl1pPr>
            <a:lvl2pPr>
              <a:spcAft>
                <a:spcPts val="1079"/>
              </a:spcAft>
              <a:defRPr/>
            </a:lvl2pPr>
            <a:lvl3pPr>
              <a:spcAft>
                <a:spcPts val="1079"/>
              </a:spcAft>
              <a:defRPr/>
            </a:lvl3pPr>
            <a:lvl4pPr>
              <a:spcAft>
                <a:spcPts val="1079"/>
              </a:spcAft>
              <a:defRPr/>
            </a:lvl4pPr>
            <a:lvl5pPr>
              <a:spcAft>
                <a:spcPts val="1079"/>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6079451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sp>
        <p:nvSpPr>
          <p:cNvPr id="4" name="object 3"/>
          <p:cNvSpPr/>
          <p:nvPr userDrawn="1"/>
        </p:nvSpPr>
        <p:spPr>
          <a:xfrm>
            <a:off x="1" y="0"/>
            <a:ext cx="907200" cy="9906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57" dirty="0">
              <a:latin typeface="Arial" panose="020B0604020202020204" pitchFamily="34" charset="0"/>
            </a:endParaRPr>
          </a:p>
        </p:txBody>
      </p:sp>
      <p:sp>
        <p:nvSpPr>
          <p:cNvPr id="8" name="Title 1"/>
          <p:cNvSpPr>
            <a:spLocks noGrp="1"/>
          </p:cNvSpPr>
          <p:nvPr>
            <p:ph type="ctrTitle" hasCustomPrompt="1"/>
          </p:nvPr>
        </p:nvSpPr>
        <p:spPr>
          <a:xfrm>
            <a:off x="1373594" y="1450802"/>
            <a:ext cx="3913928" cy="2433395"/>
          </a:xfrm>
        </p:spPr>
        <p:txBody>
          <a:bodyPr anchor="t" anchorCtr="0"/>
          <a:lstStyle>
            <a:lvl1pPr algn="l">
              <a:defRPr sz="4748" baseline="0">
                <a:solidFill>
                  <a:schemeClr val="bg1"/>
                </a:solidFill>
              </a:defRPr>
            </a:lvl1pPr>
          </a:lstStyle>
          <a:p>
            <a:r>
              <a:rPr lang="en-GB" dirty="0"/>
              <a:t>Click to edit Master subtitle style</a:t>
            </a:r>
          </a:p>
        </p:txBody>
      </p:sp>
      <p:sp>
        <p:nvSpPr>
          <p:cNvPr id="5" name="Freeform 19"/>
          <p:cNvSpPr>
            <a:spLocks noEditPoints="1"/>
          </p:cNvSpPr>
          <p:nvPr userDrawn="1"/>
        </p:nvSpPr>
        <p:spPr bwMode="auto">
          <a:xfrm>
            <a:off x="1402393"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8664" tIns="49332" rIns="98664" bIns="49332" numCol="1" anchor="t" anchorCtr="0" compatLnSpc="1">
            <a:prstTxWarp prst="textNoShape">
              <a:avLst/>
            </a:prstTxWarp>
          </a:bodyPr>
          <a:lstStyle/>
          <a:p>
            <a:endParaRPr lang="en-GB" sz="2115" dirty="0"/>
          </a:p>
        </p:txBody>
      </p:sp>
    </p:spTree>
    <p:extLst>
      <p:ext uri="{BB962C8B-B14F-4D97-AF65-F5344CB8AC3E}">
        <p14:creationId xmlns:p14="http://schemas.microsoft.com/office/powerpoint/2010/main" val="234863173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2744" y="472083"/>
            <a:ext cx="6133306" cy="56550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362744" y="1446935"/>
            <a:ext cx="6134400" cy="7544689"/>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35" r:id="rId8"/>
    <p:sldLayoutId id="2147483736" r:id="rId9"/>
    <p:sldLayoutId id="2147483737"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3" r:id="rId25"/>
    <p:sldLayoutId id="2147483754" r:id="rId26"/>
    <p:sldLayoutId id="2147483755" r:id="rId27"/>
    <p:sldLayoutId id="2147483769" r:id="rId28"/>
    <p:sldLayoutId id="2147483770" r:id="rId29"/>
    <p:sldLayoutId id="2147483771" r:id="rId30"/>
    <p:sldLayoutId id="2147483756" r:id="rId31"/>
    <p:sldLayoutId id="2147483757" r:id="rId32"/>
    <p:sldLayoutId id="2147483772" r:id="rId33"/>
    <p:sldLayoutId id="2147483758" r:id="rId34"/>
    <p:sldLayoutId id="2147483759" r:id="rId35"/>
    <p:sldLayoutId id="2147483760" r:id="rId36"/>
    <p:sldLayoutId id="2147483761" r:id="rId37"/>
    <p:sldLayoutId id="2147483762" r:id="rId38"/>
    <p:sldLayoutId id="2147483763" r:id="rId39"/>
    <p:sldLayoutId id="2147483764" r:id="rId40"/>
    <p:sldLayoutId id="2147483765" r:id="rId41"/>
    <p:sldLayoutId id="2147483766" r:id="rId42"/>
  </p:sldLayoutIdLst>
  <p:txStyles>
    <p:titleStyle>
      <a:lvl1pPr algn="l" defTabSz="739942" rtl="0" eaLnBrk="1" latinLnBrk="0" hangingPunct="1">
        <a:lnSpc>
          <a:spcPct val="70000"/>
        </a:lnSpc>
        <a:spcBef>
          <a:spcPct val="0"/>
        </a:spcBef>
        <a:buNone/>
        <a:defRPr sz="3777" kern="1200">
          <a:solidFill>
            <a:schemeClr val="tx2"/>
          </a:solidFill>
          <a:latin typeface="+mj-lt"/>
          <a:ea typeface="+mj-ea"/>
          <a:cs typeface="+mj-cs"/>
        </a:defRPr>
      </a:lvl1pPr>
    </p:titleStyle>
    <p:bodyStyle>
      <a:lvl1pPr marL="0" indent="0" algn="l" defTabSz="739942" rtl="0" eaLnBrk="1" latinLnBrk="0" hangingPunct="1">
        <a:lnSpc>
          <a:spcPct val="100000"/>
        </a:lnSpc>
        <a:spcBef>
          <a:spcPts val="0"/>
        </a:spcBef>
        <a:spcAft>
          <a:spcPts val="647"/>
        </a:spcAft>
        <a:buFontTx/>
        <a:buNone/>
        <a:defRPr sz="1079" b="1" kern="1200">
          <a:solidFill>
            <a:schemeClr val="tx2"/>
          </a:solidFill>
          <a:latin typeface="+mn-lt"/>
          <a:ea typeface="+mn-ea"/>
          <a:cs typeface="+mn-cs"/>
        </a:defRPr>
      </a:lvl1pPr>
      <a:lvl2pPr marL="0" indent="0" algn="l" defTabSz="739942" rtl="0" eaLnBrk="1" latinLnBrk="0" hangingPunct="1">
        <a:lnSpc>
          <a:spcPct val="100000"/>
        </a:lnSpc>
        <a:spcBef>
          <a:spcPts val="0"/>
        </a:spcBef>
        <a:spcAft>
          <a:spcPts val="647"/>
        </a:spcAft>
        <a:buFontTx/>
        <a:buNone/>
        <a:defRPr sz="1079" kern="1200">
          <a:solidFill>
            <a:schemeClr val="tx2"/>
          </a:solidFill>
          <a:latin typeface="+mn-lt"/>
          <a:ea typeface="+mn-ea"/>
          <a:cs typeface="+mn-cs"/>
        </a:defRPr>
      </a:lvl2pPr>
      <a:lvl3pPr marL="233064" indent="-233064" algn="l" defTabSz="739942" rtl="0" eaLnBrk="1" latinLnBrk="0" hangingPunct="1">
        <a:lnSpc>
          <a:spcPct val="100000"/>
        </a:lnSpc>
        <a:spcBef>
          <a:spcPts val="0"/>
        </a:spcBef>
        <a:spcAft>
          <a:spcPts val="647"/>
        </a:spcAft>
        <a:buClr>
          <a:schemeClr val="tx2"/>
        </a:buClr>
        <a:buFont typeface="Arial" panose="020B0604020202020204" pitchFamily="34" charset="0"/>
        <a:buChar char="—"/>
        <a:defRPr sz="1079" kern="1200">
          <a:solidFill>
            <a:schemeClr val="tx2"/>
          </a:solidFill>
          <a:latin typeface="+mn-lt"/>
          <a:ea typeface="+mn-ea"/>
          <a:cs typeface="+mn-cs"/>
        </a:defRPr>
      </a:lvl3pPr>
      <a:lvl4pPr marL="388440" indent="-155376" algn="l" defTabSz="739942" rtl="0" eaLnBrk="1" latinLnBrk="0" hangingPunct="1">
        <a:lnSpc>
          <a:spcPct val="100000"/>
        </a:lnSpc>
        <a:spcBef>
          <a:spcPts val="0"/>
        </a:spcBef>
        <a:spcAft>
          <a:spcPts val="647"/>
        </a:spcAft>
        <a:buClr>
          <a:schemeClr val="tx2"/>
        </a:buClr>
        <a:buFont typeface="Arial" panose="020B0604020202020204" pitchFamily="34" charset="0"/>
        <a:buChar char="-"/>
        <a:defRPr sz="1079" kern="1200">
          <a:solidFill>
            <a:schemeClr val="tx2"/>
          </a:solidFill>
          <a:latin typeface="+mn-lt"/>
          <a:ea typeface="+mn-ea"/>
          <a:cs typeface="+mn-cs"/>
        </a:defRPr>
      </a:lvl4pPr>
      <a:lvl5pPr marL="621504" indent="-233064" algn="l" defTabSz="739942" rtl="0" eaLnBrk="1" latinLnBrk="0" hangingPunct="1">
        <a:lnSpc>
          <a:spcPct val="100000"/>
        </a:lnSpc>
        <a:spcBef>
          <a:spcPts val="0"/>
        </a:spcBef>
        <a:spcAft>
          <a:spcPts val="647"/>
        </a:spcAft>
        <a:buClr>
          <a:schemeClr val="tx2"/>
        </a:buClr>
        <a:buFont typeface="Arial" panose="020B0604020202020204" pitchFamily="34" charset="0"/>
        <a:buChar char="—"/>
        <a:defRPr sz="1079" kern="1200" baseline="0">
          <a:solidFill>
            <a:schemeClr val="tx2"/>
          </a:solidFill>
          <a:latin typeface="+mn-lt"/>
          <a:ea typeface="+mn-ea"/>
          <a:cs typeface="+mn-cs"/>
        </a:defRPr>
      </a:lvl5pPr>
      <a:lvl6pPr marL="776880" indent="-155376" algn="l" defTabSz="739942" rtl="0" eaLnBrk="1" latinLnBrk="0" hangingPunct="1">
        <a:lnSpc>
          <a:spcPct val="100000"/>
        </a:lnSpc>
        <a:spcBef>
          <a:spcPts val="0"/>
        </a:spcBef>
        <a:spcAft>
          <a:spcPts val="647"/>
        </a:spcAft>
        <a:buClr>
          <a:schemeClr val="tx2"/>
        </a:buClr>
        <a:buFont typeface="Arial" panose="020B0604020202020204" pitchFamily="34" charset="0"/>
        <a:buChar char="-"/>
        <a:defRPr sz="1079" kern="1200">
          <a:solidFill>
            <a:schemeClr val="tx2"/>
          </a:solidFill>
          <a:latin typeface="+mn-lt"/>
          <a:ea typeface="+mn-ea"/>
          <a:cs typeface="+mn-cs"/>
        </a:defRPr>
      </a:lvl6pPr>
      <a:lvl7pPr marL="1009944" indent="-233064" algn="l" defTabSz="739942" rtl="0" eaLnBrk="1" latinLnBrk="0" hangingPunct="1">
        <a:lnSpc>
          <a:spcPct val="100000"/>
        </a:lnSpc>
        <a:spcBef>
          <a:spcPts val="0"/>
        </a:spcBef>
        <a:spcAft>
          <a:spcPts val="647"/>
        </a:spcAft>
        <a:buClr>
          <a:schemeClr val="tx2"/>
        </a:buClr>
        <a:buFont typeface="Arial" panose="020B0604020202020204" pitchFamily="34" charset="0"/>
        <a:buChar char="—"/>
        <a:defRPr sz="1079" kern="1200">
          <a:solidFill>
            <a:schemeClr val="tx2"/>
          </a:solidFill>
          <a:latin typeface="+mn-lt"/>
          <a:ea typeface="+mn-ea"/>
          <a:cs typeface="+mn-cs"/>
        </a:defRPr>
      </a:lvl7pPr>
      <a:lvl8pPr marL="1165320" indent="-155376" algn="l" defTabSz="739942" rtl="0" eaLnBrk="1" latinLnBrk="0" hangingPunct="1">
        <a:lnSpc>
          <a:spcPct val="100000"/>
        </a:lnSpc>
        <a:spcBef>
          <a:spcPts val="0"/>
        </a:spcBef>
        <a:spcAft>
          <a:spcPts val="647"/>
        </a:spcAft>
        <a:buClr>
          <a:schemeClr val="tx2"/>
        </a:buClr>
        <a:buFont typeface="Arial" panose="020B0604020202020204" pitchFamily="34" charset="0"/>
        <a:buChar char="-"/>
        <a:defRPr sz="1079" kern="1200">
          <a:solidFill>
            <a:schemeClr val="tx2"/>
          </a:solidFill>
          <a:latin typeface="+mn-lt"/>
          <a:ea typeface="+mn-ea"/>
          <a:cs typeface="+mn-cs"/>
        </a:defRPr>
      </a:lvl8pPr>
      <a:lvl9pPr marL="3144751" indent="-184985" algn="l" defTabSz="739942"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9pPr>
    </p:bodyStyle>
    <p:otherStyle>
      <a:defPPr>
        <a:defRPr lang="en-US"/>
      </a:defPPr>
      <a:lvl1pPr marL="0" algn="l" defTabSz="739942" rtl="0" eaLnBrk="1" latinLnBrk="0" hangingPunct="1">
        <a:defRPr sz="1457" kern="1200">
          <a:solidFill>
            <a:schemeClr val="tx1"/>
          </a:solidFill>
          <a:latin typeface="+mn-lt"/>
          <a:ea typeface="+mn-ea"/>
          <a:cs typeface="+mn-cs"/>
        </a:defRPr>
      </a:lvl1pPr>
      <a:lvl2pPr marL="369972" algn="l" defTabSz="739942" rtl="0" eaLnBrk="1" latinLnBrk="0" hangingPunct="1">
        <a:defRPr sz="1457" kern="1200">
          <a:solidFill>
            <a:schemeClr val="tx1"/>
          </a:solidFill>
          <a:latin typeface="+mn-lt"/>
          <a:ea typeface="+mn-ea"/>
          <a:cs typeface="+mn-cs"/>
        </a:defRPr>
      </a:lvl2pPr>
      <a:lvl3pPr marL="739942" algn="l" defTabSz="739942" rtl="0" eaLnBrk="1" latinLnBrk="0" hangingPunct="1">
        <a:defRPr sz="1457" kern="1200">
          <a:solidFill>
            <a:schemeClr val="tx1"/>
          </a:solidFill>
          <a:latin typeface="+mn-lt"/>
          <a:ea typeface="+mn-ea"/>
          <a:cs typeface="+mn-cs"/>
        </a:defRPr>
      </a:lvl3pPr>
      <a:lvl4pPr marL="1109912" algn="l" defTabSz="739942" rtl="0" eaLnBrk="1" latinLnBrk="0" hangingPunct="1">
        <a:defRPr sz="1457" kern="1200">
          <a:solidFill>
            <a:schemeClr val="tx1"/>
          </a:solidFill>
          <a:latin typeface="+mn-lt"/>
          <a:ea typeface="+mn-ea"/>
          <a:cs typeface="+mn-cs"/>
        </a:defRPr>
      </a:lvl4pPr>
      <a:lvl5pPr marL="1479883" algn="l" defTabSz="739942" rtl="0" eaLnBrk="1" latinLnBrk="0" hangingPunct="1">
        <a:defRPr sz="1457" kern="1200">
          <a:solidFill>
            <a:schemeClr val="tx1"/>
          </a:solidFill>
          <a:latin typeface="+mn-lt"/>
          <a:ea typeface="+mn-ea"/>
          <a:cs typeface="+mn-cs"/>
        </a:defRPr>
      </a:lvl5pPr>
      <a:lvl6pPr marL="1849854" algn="l" defTabSz="739942" rtl="0" eaLnBrk="1" latinLnBrk="0" hangingPunct="1">
        <a:defRPr sz="1457" kern="1200">
          <a:solidFill>
            <a:schemeClr val="tx1"/>
          </a:solidFill>
          <a:latin typeface="+mn-lt"/>
          <a:ea typeface="+mn-ea"/>
          <a:cs typeface="+mn-cs"/>
        </a:defRPr>
      </a:lvl6pPr>
      <a:lvl7pPr marL="2219823" algn="l" defTabSz="739942" rtl="0" eaLnBrk="1" latinLnBrk="0" hangingPunct="1">
        <a:defRPr sz="1457" kern="1200">
          <a:solidFill>
            <a:schemeClr val="tx1"/>
          </a:solidFill>
          <a:latin typeface="+mn-lt"/>
          <a:ea typeface="+mn-ea"/>
          <a:cs typeface="+mn-cs"/>
        </a:defRPr>
      </a:lvl7pPr>
      <a:lvl8pPr marL="2589794" algn="l" defTabSz="739942" rtl="0" eaLnBrk="1" latinLnBrk="0" hangingPunct="1">
        <a:defRPr sz="1457" kern="1200">
          <a:solidFill>
            <a:schemeClr val="tx1"/>
          </a:solidFill>
          <a:latin typeface="+mn-lt"/>
          <a:ea typeface="+mn-ea"/>
          <a:cs typeface="+mn-cs"/>
        </a:defRPr>
      </a:lvl8pPr>
      <a:lvl9pPr marL="2959766" algn="l" defTabSz="739942" rtl="0" eaLnBrk="1" latinLnBrk="0" hangingPunct="1">
        <a:defRPr sz="145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328" userDrawn="1">
          <p15:clr>
            <a:srgbClr val="F26B43"/>
          </p15:clr>
        </p15:guide>
        <p15:guide id="2" pos="227" userDrawn="1">
          <p15:clr>
            <a:srgbClr val="F26B43"/>
          </p15:clr>
        </p15:guide>
        <p15:guide id="3" pos="4092" userDrawn="1">
          <p15:clr>
            <a:srgbClr val="F26B43"/>
          </p15:clr>
        </p15:guide>
        <p15:guide id="6" orient="horz" pos="296" userDrawn="1">
          <p15:clr>
            <a:srgbClr val="F26B43"/>
          </p15:clr>
        </p15:guide>
        <p15:guide id="8" orient="horz" pos="653" userDrawn="1">
          <p15:clr>
            <a:srgbClr val="F26B43"/>
          </p15:clr>
        </p15:guide>
        <p15:guide id="9" orient="horz" pos="90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0.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AC24D84-F3A0-4FEF-AE9B-EAF0381A9B47}"/>
              </a:ext>
            </a:extLst>
          </p:cNvPr>
          <p:cNvPicPr>
            <a:picLocks noChangeAspect="1"/>
          </p:cNvPicPr>
          <p:nvPr/>
        </p:nvPicPr>
        <p:blipFill>
          <a:blip r:embed="rId3" cstate="print">
            <a:alphaModFix/>
            <a:extLst>
              <a:ext uri="{BEBA8EAE-BF5A-486C-A8C5-ECC9F3942E4B}">
                <a14:imgProps xmlns:a14="http://schemas.microsoft.com/office/drawing/2010/main">
                  <a14:imgLayer r:embed="rId4">
                    <a14:imgEffect>
                      <a14:colorTemperature colorTemp="9130"/>
                    </a14:imgEffect>
                  </a14:imgLayer>
                </a14:imgProps>
              </a:ext>
              <a:ext uri="{28A0092B-C50C-407E-A947-70E740481C1C}">
                <a14:useLocalDpi xmlns:a14="http://schemas.microsoft.com/office/drawing/2010/main" val="0"/>
              </a:ext>
            </a:extLst>
          </a:blip>
          <a:srcRect l="1087" r="1087"/>
          <a:stretch/>
        </p:blipFill>
        <p:spPr>
          <a:xfrm>
            <a:off x="9625" y="29560"/>
            <a:ext cx="6850724" cy="9895490"/>
          </a:xfrm>
          <a:prstGeom prst="rect">
            <a:avLst/>
          </a:prstGeom>
          <a:ln w="0">
            <a:solidFill>
              <a:schemeClr val="tx1"/>
            </a:solidFill>
          </a:ln>
        </p:spPr>
      </p:pic>
      <p:sp>
        <p:nvSpPr>
          <p:cNvPr id="17" name="TextBox 16">
            <a:extLst>
              <a:ext uri="{FF2B5EF4-FFF2-40B4-BE49-F238E27FC236}">
                <a16:creationId xmlns:a16="http://schemas.microsoft.com/office/drawing/2014/main" id="{7DAB0C40-2732-4263-85A6-F716BDDA53D5}"/>
              </a:ext>
            </a:extLst>
          </p:cNvPr>
          <p:cNvSpPr txBox="1"/>
          <p:nvPr/>
        </p:nvSpPr>
        <p:spPr>
          <a:xfrm>
            <a:off x="644429" y="3712074"/>
            <a:ext cx="5460535" cy="494793"/>
          </a:xfrm>
          <a:prstGeom prst="rect">
            <a:avLst/>
          </a:prstGeom>
          <a:noFill/>
        </p:spPr>
        <p:txBody>
          <a:bodyPr wrap="square" lIns="58266" tIns="58266" rIns="58266" bIns="58266" rtlCol="0">
            <a:noAutofit/>
          </a:bodyPr>
          <a:lstStyle/>
          <a:p>
            <a:pPr>
              <a:spcAft>
                <a:spcPts val="647"/>
              </a:spcAft>
            </a:pPr>
            <a:r>
              <a:rPr lang="en-US" sz="2400" dirty="0">
                <a:solidFill>
                  <a:srgbClr val="ACEAFF"/>
                </a:solidFill>
                <a:latin typeface="KPMG Bold" panose="020B0803030202040204" pitchFamily="34" charset="0"/>
              </a:rPr>
              <a:t>Associate Consultant / Consultant </a:t>
            </a:r>
            <a:endParaRPr lang="en-US" sz="1050" dirty="0">
              <a:solidFill>
                <a:schemeClr val="bg1"/>
              </a:solidFill>
            </a:endParaRPr>
          </a:p>
        </p:txBody>
      </p:sp>
      <p:sp>
        <p:nvSpPr>
          <p:cNvPr id="18" name="TextBox 17">
            <a:extLst>
              <a:ext uri="{FF2B5EF4-FFF2-40B4-BE49-F238E27FC236}">
                <a16:creationId xmlns:a16="http://schemas.microsoft.com/office/drawing/2014/main" id="{88E60CE7-AAAF-4C61-9FF0-AD3135BC9349}"/>
              </a:ext>
            </a:extLst>
          </p:cNvPr>
          <p:cNvSpPr txBox="1"/>
          <p:nvPr/>
        </p:nvSpPr>
        <p:spPr>
          <a:xfrm>
            <a:off x="644430" y="4426359"/>
            <a:ext cx="4496520" cy="346998"/>
          </a:xfrm>
          <a:prstGeom prst="rect">
            <a:avLst/>
          </a:prstGeom>
          <a:noFill/>
        </p:spPr>
        <p:txBody>
          <a:bodyPr wrap="square" lIns="58266" tIns="58266" rIns="58266" bIns="58266" rtlCol="0">
            <a:noAutofit/>
          </a:bodyPr>
          <a:lstStyle/>
          <a:p>
            <a:pPr>
              <a:spcAft>
                <a:spcPts val="647"/>
              </a:spcAft>
            </a:pPr>
            <a:r>
              <a:rPr lang="en-US" sz="1100" b="1" dirty="0">
                <a:solidFill>
                  <a:schemeClr val="bg1"/>
                </a:solidFill>
              </a:rPr>
              <a:t>Business Unit: Consulting </a:t>
            </a:r>
            <a:endParaRPr lang="en-US" sz="1100" dirty="0">
              <a:solidFill>
                <a:schemeClr val="bg1"/>
              </a:solidFill>
            </a:endParaRPr>
          </a:p>
        </p:txBody>
      </p:sp>
      <p:sp>
        <p:nvSpPr>
          <p:cNvPr id="19" name="TextBox 18">
            <a:extLst>
              <a:ext uri="{FF2B5EF4-FFF2-40B4-BE49-F238E27FC236}">
                <a16:creationId xmlns:a16="http://schemas.microsoft.com/office/drawing/2014/main" id="{6178D508-E86C-491F-9BAD-6E7A88A192BA}"/>
              </a:ext>
            </a:extLst>
          </p:cNvPr>
          <p:cNvSpPr txBox="1"/>
          <p:nvPr/>
        </p:nvSpPr>
        <p:spPr>
          <a:xfrm>
            <a:off x="644430" y="4753687"/>
            <a:ext cx="4496520" cy="346998"/>
          </a:xfrm>
          <a:prstGeom prst="rect">
            <a:avLst/>
          </a:prstGeom>
          <a:noFill/>
        </p:spPr>
        <p:txBody>
          <a:bodyPr wrap="square" lIns="58266" tIns="58266" rIns="58266" bIns="58266" rtlCol="0">
            <a:noAutofit/>
          </a:bodyPr>
          <a:lstStyle/>
          <a:p>
            <a:pPr>
              <a:spcAft>
                <a:spcPts val="647"/>
              </a:spcAft>
            </a:pPr>
            <a:r>
              <a:rPr lang="en-US" sz="1100" b="1" dirty="0">
                <a:solidFill>
                  <a:schemeClr val="bg1"/>
                </a:solidFill>
              </a:rPr>
              <a:t>Service Line:  Customer Advisory</a:t>
            </a:r>
            <a:endParaRPr lang="en-US" sz="1100" dirty="0">
              <a:solidFill>
                <a:schemeClr val="bg1"/>
              </a:solidFill>
            </a:endParaRPr>
          </a:p>
        </p:txBody>
      </p:sp>
      <p:sp>
        <p:nvSpPr>
          <p:cNvPr id="20" name="TextBox 19">
            <a:extLst>
              <a:ext uri="{FF2B5EF4-FFF2-40B4-BE49-F238E27FC236}">
                <a16:creationId xmlns:a16="http://schemas.microsoft.com/office/drawing/2014/main" id="{AD9A1D76-4BB5-4F40-8B06-85251CCBCEF3}"/>
              </a:ext>
            </a:extLst>
          </p:cNvPr>
          <p:cNvSpPr txBox="1"/>
          <p:nvPr/>
        </p:nvSpPr>
        <p:spPr>
          <a:xfrm>
            <a:off x="644430" y="5081016"/>
            <a:ext cx="4496520" cy="346998"/>
          </a:xfrm>
          <a:prstGeom prst="rect">
            <a:avLst/>
          </a:prstGeom>
          <a:noFill/>
        </p:spPr>
        <p:txBody>
          <a:bodyPr wrap="square" lIns="58266" tIns="58266" rIns="58266" bIns="58266" rtlCol="0">
            <a:noAutofit/>
          </a:bodyPr>
          <a:lstStyle/>
          <a:p>
            <a:pPr>
              <a:spcAft>
                <a:spcPts val="647"/>
              </a:spcAft>
            </a:pPr>
            <a:r>
              <a:rPr lang="en-US" sz="1100" b="1" dirty="0">
                <a:solidFill>
                  <a:schemeClr val="bg1"/>
                </a:solidFill>
              </a:rPr>
              <a:t>Location:  Bangalore, Pune </a:t>
            </a:r>
            <a:endParaRPr lang="en-US" sz="1100" dirty="0">
              <a:solidFill>
                <a:schemeClr val="bg1"/>
              </a:solidFill>
            </a:endParaRPr>
          </a:p>
        </p:txBody>
      </p:sp>
      <p:cxnSp>
        <p:nvCxnSpPr>
          <p:cNvPr id="23" name="Straight Connector 22">
            <a:extLst>
              <a:ext uri="{FF2B5EF4-FFF2-40B4-BE49-F238E27FC236}">
                <a16:creationId xmlns:a16="http://schemas.microsoft.com/office/drawing/2014/main" id="{3D9AEDAA-7815-4C81-86B7-E9282072B862}"/>
              </a:ext>
            </a:extLst>
          </p:cNvPr>
          <p:cNvCxnSpPr/>
          <p:nvPr/>
        </p:nvCxnSpPr>
        <p:spPr>
          <a:xfrm>
            <a:off x="644430" y="4163777"/>
            <a:ext cx="3536752"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023147A-746C-40ED-827E-62B17B3EF38D}"/>
              </a:ext>
            </a:extLst>
          </p:cNvPr>
          <p:cNvSpPr txBox="1"/>
          <p:nvPr/>
        </p:nvSpPr>
        <p:spPr>
          <a:xfrm>
            <a:off x="644430" y="3512439"/>
            <a:ext cx="1099546" cy="346998"/>
          </a:xfrm>
          <a:prstGeom prst="rect">
            <a:avLst/>
          </a:prstGeom>
          <a:noFill/>
        </p:spPr>
        <p:txBody>
          <a:bodyPr wrap="square" lIns="58266" tIns="58266" rIns="58266" bIns="58266" rtlCol="0">
            <a:noAutofit/>
          </a:bodyPr>
          <a:lstStyle/>
          <a:p>
            <a:pPr>
              <a:spcAft>
                <a:spcPts val="647"/>
              </a:spcAft>
            </a:pPr>
            <a:r>
              <a:rPr lang="en-US" sz="1100" b="1" dirty="0">
                <a:solidFill>
                  <a:schemeClr val="bg1"/>
                </a:solidFill>
              </a:rPr>
              <a:t>Job title:</a:t>
            </a:r>
            <a:endParaRPr lang="en-US" sz="1100" dirty="0">
              <a:solidFill>
                <a:schemeClr val="bg1"/>
              </a:solidFill>
            </a:endParaRPr>
          </a:p>
        </p:txBody>
      </p:sp>
      <p:pic>
        <p:nvPicPr>
          <p:cNvPr id="10" name="Picture 9" descr="Graphical user interface, text, application&#10;&#10;Description automatically generated">
            <a:extLst>
              <a:ext uri="{FF2B5EF4-FFF2-40B4-BE49-F238E27FC236}">
                <a16:creationId xmlns:a16="http://schemas.microsoft.com/office/drawing/2014/main" id="{B8BF0B5E-AC7E-4A3B-9D7E-98735DA4FBA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4430" y="6939408"/>
            <a:ext cx="1992287" cy="2028451"/>
          </a:xfrm>
          <a:prstGeom prst="rect">
            <a:avLst/>
          </a:prstGeom>
        </p:spPr>
      </p:pic>
    </p:spTree>
    <p:extLst>
      <p:ext uri="{BB962C8B-B14F-4D97-AF65-F5344CB8AC3E}">
        <p14:creationId xmlns:p14="http://schemas.microsoft.com/office/powerpoint/2010/main" val="2895734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raphic 11">
            <a:extLst>
              <a:ext uri="{FF2B5EF4-FFF2-40B4-BE49-F238E27FC236}">
                <a16:creationId xmlns:a16="http://schemas.microsoft.com/office/drawing/2014/main" id="{7633C0C9-9EA3-41CE-9543-63978CDEB6E7}"/>
              </a:ext>
            </a:extLst>
          </p:cNvPr>
          <p:cNvSpPr/>
          <p:nvPr/>
        </p:nvSpPr>
        <p:spPr>
          <a:xfrm>
            <a:off x="0" y="0"/>
            <a:ext cx="2214695" cy="9939020"/>
          </a:xfrm>
          <a:custGeom>
            <a:avLst/>
            <a:gdLst>
              <a:gd name="connsiteX0" fmla="*/ 0 w 3085744"/>
              <a:gd name="connsiteY0" fmla="*/ 0 h 9939020"/>
              <a:gd name="connsiteX1" fmla="*/ 3085744 w 3085744"/>
              <a:gd name="connsiteY1" fmla="*/ 0 h 9939020"/>
              <a:gd name="connsiteX2" fmla="*/ 3085744 w 3085744"/>
              <a:gd name="connsiteY2" fmla="*/ 9939020 h 9939020"/>
              <a:gd name="connsiteX3" fmla="*/ 0 w 3085744"/>
              <a:gd name="connsiteY3" fmla="*/ 9939020 h 9939020"/>
            </a:gdLst>
            <a:ahLst/>
            <a:cxnLst>
              <a:cxn ang="0">
                <a:pos x="connsiteX0" y="connsiteY0"/>
              </a:cxn>
              <a:cxn ang="0">
                <a:pos x="connsiteX1" y="connsiteY1"/>
              </a:cxn>
              <a:cxn ang="0">
                <a:pos x="connsiteX2" y="connsiteY2"/>
              </a:cxn>
              <a:cxn ang="0">
                <a:pos x="connsiteX3" y="connsiteY3"/>
              </a:cxn>
            </a:cxnLst>
            <a:rect l="l" t="t" r="r" b="b"/>
            <a:pathLst>
              <a:path w="3085744" h="9939020">
                <a:moveTo>
                  <a:pt x="0" y="0"/>
                </a:moveTo>
                <a:lnTo>
                  <a:pt x="3085744" y="0"/>
                </a:lnTo>
                <a:lnTo>
                  <a:pt x="3085744" y="9939020"/>
                </a:lnTo>
                <a:lnTo>
                  <a:pt x="0" y="9939020"/>
                </a:lnTo>
                <a:close/>
              </a:path>
            </a:pathLst>
          </a:custGeom>
          <a:solidFill>
            <a:srgbClr val="7213EA"/>
          </a:solidFill>
          <a:ln w="53373" cap="flat">
            <a:noFill/>
            <a:prstDash val="solid"/>
            <a:miter/>
          </a:ln>
        </p:spPr>
        <p:txBody>
          <a:bodyPr rtlCol="0" anchor="ctr"/>
          <a:lstStyle/>
          <a:p>
            <a:endParaRPr lang="en-US" dirty="0"/>
          </a:p>
        </p:txBody>
      </p:sp>
      <p:pic>
        <p:nvPicPr>
          <p:cNvPr id="28" name="Picture 27" descr="Text, logo&#10;&#10;Description automatically generated">
            <a:extLst>
              <a:ext uri="{FF2B5EF4-FFF2-40B4-BE49-F238E27FC236}">
                <a16:creationId xmlns:a16="http://schemas.microsoft.com/office/drawing/2014/main" id="{6D4F3E87-DDE0-4026-8B6E-9CFAACBAC9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06709" y="9353708"/>
            <a:ext cx="689341" cy="276146"/>
          </a:xfrm>
          <a:prstGeom prst="rect">
            <a:avLst/>
          </a:prstGeom>
        </p:spPr>
      </p:pic>
      <p:sp>
        <p:nvSpPr>
          <p:cNvPr id="17" name="TextBox 16">
            <a:extLst>
              <a:ext uri="{FF2B5EF4-FFF2-40B4-BE49-F238E27FC236}">
                <a16:creationId xmlns:a16="http://schemas.microsoft.com/office/drawing/2014/main" id="{75DE803B-A3D4-469A-B7D2-A18137E9A324}"/>
              </a:ext>
            </a:extLst>
          </p:cNvPr>
          <p:cNvSpPr txBox="1"/>
          <p:nvPr/>
        </p:nvSpPr>
        <p:spPr>
          <a:xfrm>
            <a:off x="123308" y="293731"/>
            <a:ext cx="2206671" cy="494794"/>
          </a:xfrm>
          <a:prstGeom prst="rect">
            <a:avLst/>
          </a:prstGeom>
          <a:noFill/>
        </p:spPr>
        <p:txBody>
          <a:bodyPr wrap="square" lIns="58266" tIns="58266" rIns="58266" bIns="58266" rtlCol="0">
            <a:noAutofit/>
          </a:bodyPr>
          <a:lstStyle/>
          <a:p>
            <a:pPr>
              <a:spcAft>
                <a:spcPts val="647"/>
              </a:spcAft>
            </a:pPr>
            <a:r>
              <a:rPr lang="en-US" sz="2400" dirty="0">
                <a:solidFill>
                  <a:srgbClr val="ACEAFF"/>
                </a:solidFill>
                <a:latin typeface="KPMG Bold" panose="020B0803030202040204" pitchFamily="34" charset="0"/>
              </a:rPr>
              <a:t>About us</a:t>
            </a:r>
            <a:endParaRPr lang="en-US" sz="1050" dirty="0">
              <a:solidFill>
                <a:schemeClr val="bg1"/>
              </a:solidFill>
            </a:endParaRPr>
          </a:p>
        </p:txBody>
      </p:sp>
      <p:sp>
        <p:nvSpPr>
          <p:cNvPr id="20" name="TextBox 19">
            <a:extLst>
              <a:ext uri="{FF2B5EF4-FFF2-40B4-BE49-F238E27FC236}">
                <a16:creationId xmlns:a16="http://schemas.microsoft.com/office/drawing/2014/main" id="{76CC9FDD-4294-4BB7-96F2-BE948385E842}"/>
              </a:ext>
            </a:extLst>
          </p:cNvPr>
          <p:cNvSpPr txBox="1"/>
          <p:nvPr/>
        </p:nvSpPr>
        <p:spPr>
          <a:xfrm>
            <a:off x="115284" y="790870"/>
            <a:ext cx="1865916" cy="7652526"/>
          </a:xfrm>
          <a:prstGeom prst="rect">
            <a:avLst/>
          </a:prstGeom>
          <a:noFill/>
        </p:spPr>
        <p:txBody>
          <a:bodyPr wrap="square" lIns="58266" tIns="58266" rIns="58266" bIns="58266" rtlCol="0" anchor="t">
            <a:noAutofit/>
          </a:bodyPr>
          <a:lstStyle/>
          <a:p>
            <a:r>
              <a:rPr lang="en-US" sz="1050" dirty="0">
                <a:solidFill>
                  <a:schemeClr val="bg1"/>
                </a:solidFill>
                <a:ea typeface="+mn-lt"/>
                <a:cs typeface="+mn-lt"/>
              </a:rPr>
              <a:t>The Consulting business at KPMG Global Services (KGS) is a diverse team of more than 6400 professionals. We provide consulting services to KPMG Firms worldwide to support the business transformation journeys of clients across industries. Our colleagues help clients explore potential obstacles to change and collaborate on critical decisions that can deliver real value to their businesses.</a:t>
            </a:r>
          </a:p>
          <a:p>
            <a:endParaRPr lang="en-US" sz="1050" dirty="0">
              <a:solidFill>
                <a:schemeClr val="bg1"/>
              </a:solidFill>
              <a:ea typeface="+mn-lt"/>
              <a:cs typeface="+mn-lt"/>
            </a:endParaRPr>
          </a:p>
          <a:p>
            <a:br>
              <a:rPr lang="en-US" sz="1050" dirty="0">
                <a:solidFill>
                  <a:schemeClr val="bg1"/>
                </a:solidFill>
                <a:ea typeface="+mn-lt"/>
                <a:cs typeface="+mn-lt"/>
              </a:rPr>
            </a:br>
            <a:r>
              <a:rPr lang="en-US" sz="1050" b="1" dirty="0">
                <a:solidFill>
                  <a:schemeClr val="bg1"/>
                </a:solidFill>
                <a:ea typeface="+mn-lt"/>
                <a:cs typeface="+mn-lt"/>
              </a:rPr>
              <a:t>Through your work, you’ll build a global network and unlock opportunities that you may not have thought possible with access to great support, vast resources, and an inclusive, supportive environment to help you reach your full potential.</a:t>
            </a:r>
          </a:p>
          <a:p>
            <a:endParaRPr lang="en-US" sz="1050" dirty="0">
              <a:solidFill>
                <a:schemeClr val="bg1"/>
              </a:solidFill>
              <a:ea typeface="+mn-lt"/>
              <a:cs typeface="+mn-lt"/>
            </a:endParaRPr>
          </a:p>
          <a:p>
            <a:pPr>
              <a:lnSpc>
                <a:spcPct val="113999"/>
              </a:lnSpc>
              <a:spcAft>
                <a:spcPts val="647"/>
              </a:spcAft>
            </a:pPr>
            <a:endParaRPr lang="en-US" sz="1050" dirty="0">
              <a:solidFill>
                <a:schemeClr val="bg1"/>
              </a:solidFill>
              <a:cs typeface="Arial"/>
            </a:endParaRPr>
          </a:p>
          <a:p>
            <a:pPr>
              <a:lnSpc>
                <a:spcPct val="114000"/>
              </a:lnSpc>
              <a:spcAft>
                <a:spcPts val="647"/>
              </a:spcAft>
            </a:pPr>
            <a:endParaRPr lang="en-US" sz="1050" dirty="0">
              <a:solidFill>
                <a:schemeClr val="bg1"/>
              </a:solidFill>
            </a:endParaRPr>
          </a:p>
          <a:p>
            <a:pPr>
              <a:lnSpc>
                <a:spcPct val="114000"/>
              </a:lnSpc>
              <a:spcAft>
                <a:spcPts val="647"/>
              </a:spcAft>
            </a:pPr>
            <a:endParaRPr lang="en-US" sz="1050" dirty="0">
              <a:solidFill>
                <a:schemeClr val="bg1"/>
              </a:solidFill>
            </a:endParaRPr>
          </a:p>
        </p:txBody>
      </p:sp>
      <p:sp>
        <p:nvSpPr>
          <p:cNvPr id="4" name="TextBox 3">
            <a:extLst>
              <a:ext uri="{FF2B5EF4-FFF2-40B4-BE49-F238E27FC236}">
                <a16:creationId xmlns:a16="http://schemas.microsoft.com/office/drawing/2014/main" id="{D9102A0D-6AE4-93BE-813A-41AF1ADE5B40}"/>
              </a:ext>
            </a:extLst>
          </p:cNvPr>
          <p:cNvSpPr txBox="1"/>
          <p:nvPr/>
        </p:nvSpPr>
        <p:spPr>
          <a:xfrm>
            <a:off x="2418975" y="312980"/>
            <a:ext cx="4172894" cy="3655013"/>
          </a:xfrm>
          <a:prstGeom prst="rect">
            <a:avLst/>
          </a:prstGeom>
          <a:noFill/>
        </p:spPr>
        <p:txBody>
          <a:bodyPr wrap="square" lIns="58266" tIns="58266" rIns="58266" bIns="58266" rtlCol="0">
            <a:noAutofit/>
          </a:bodyPr>
          <a:lstStyle/>
          <a:p>
            <a:pPr>
              <a:spcAft>
                <a:spcPts val="647"/>
              </a:spcAft>
            </a:pPr>
            <a:r>
              <a:rPr lang="en-US" sz="2400" dirty="0">
                <a:solidFill>
                  <a:srgbClr val="1E49E2"/>
                </a:solidFill>
                <a:latin typeface="KPMG Bold" panose="020B0803030202040204" pitchFamily="34" charset="0"/>
              </a:rPr>
              <a:t>Job details</a:t>
            </a:r>
          </a:p>
          <a:p>
            <a:pPr marL="184995" indent="-184995">
              <a:spcAft>
                <a:spcPts val="647"/>
              </a:spcAft>
              <a:buFont typeface="Arial" panose="020B0604020202020204" pitchFamily="34" charset="0"/>
              <a:buChar char="•"/>
            </a:pPr>
            <a:r>
              <a:rPr lang="en-US" sz="1050" b="1" dirty="0">
                <a:solidFill>
                  <a:srgbClr val="00338D"/>
                </a:solidFill>
              </a:rPr>
              <a:t>Proposed designation</a:t>
            </a:r>
            <a:br>
              <a:rPr lang="en-US" sz="1050" b="1" dirty="0">
                <a:solidFill>
                  <a:srgbClr val="00338D"/>
                </a:solidFill>
              </a:rPr>
            </a:br>
            <a:r>
              <a:rPr lang="en-US" sz="1050" dirty="0">
                <a:solidFill>
                  <a:srgbClr val="00338D"/>
                </a:solidFill>
              </a:rPr>
              <a:t>Associate Consultant / Consultant</a:t>
            </a:r>
            <a:endParaRPr lang="en-US" sz="1050" b="1" dirty="0">
              <a:solidFill>
                <a:srgbClr val="00338D"/>
              </a:solidFill>
            </a:endParaRPr>
          </a:p>
          <a:p>
            <a:pPr marL="184995" indent="-184995">
              <a:spcAft>
                <a:spcPts val="647"/>
              </a:spcAft>
              <a:buFont typeface="Arial" panose="020B0604020202020204" pitchFamily="34" charset="0"/>
              <a:buChar char="•"/>
            </a:pPr>
            <a:r>
              <a:rPr lang="en-US" sz="1050" b="1" dirty="0">
                <a:solidFill>
                  <a:srgbClr val="00338D"/>
                </a:solidFill>
              </a:rPr>
              <a:t>Role Type</a:t>
            </a:r>
            <a:br>
              <a:rPr lang="en-US" sz="1050" b="1" dirty="0">
                <a:solidFill>
                  <a:srgbClr val="00338D"/>
                </a:solidFill>
              </a:rPr>
            </a:br>
            <a:r>
              <a:rPr lang="en-US" sz="1050" dirty="0">
                <a:solidFill>
                  <a:srgbClr val="00338D"/>
                </a:solidFill>
              </a:rPr>
              <a:t>Individual contributor</a:t>
            </a:r>
          </a:p>
          <a:p>
            <a:pPr marL="171450" indent="-171450">
              <a:spcAft>
                <a:spcPts val="647"/>
              </a:spcAft>
              <a:buFont typeface="Arial" panose="020B0604020202020204" pitchFamily="34" charset="0"/>
              <a:buChar char="•"/>
            </a:pPr>
            <a:r>
              <a:rPr lang="en-US" sz="1050" b="1" dirty="0">
                <a:solidFill>
                  <a:srgbClr val="00338D"/>
                </a:solidFill>
              </a:rPr>
              <a:t>Reporting to </a:t>
            </a:r>
            <a:br>
              <a:rPr lang="en-US" sz="1050" b="1" dirty="0">
                <a:solidFill>
                  <a:srgbClr val="00338D"/>
                </a:solidFill>
              </a:rPr>
            </a:br>
            <a:r>
              <a:rPr lang="en-US" sz="1050" dirty="0">
                <a:solidFill>
                  <a:srgbClr val="00338D"/>
                </a:solidFill>
              </a:rPr>
              <a:t>Assistant Manger</a:t>
            </a:r>
          </a:p>
          <a:p>
            <a:pPr marL="171450" indent="-171450">
              <a:spcAft>
                <a:spcPts val="647"/>
              </a:spcAft>
              <a:buFont typeface="Arial" panose="020B0604020202020204" pitchFamily="34" charset="0"/>
              <a:buChar char="•"/>
            </a:pPr>
            <a:r>
              <a:rPr lang="en-US" sz="1050" b="1" dirty="0">
                <a:solidFill>
                  <a:srgbClr val="00338D"/>
                </a:solidFill>
              </a:rPr>
              <a:t>Geo to be supported</a:t>
            </a:r>
            <a:br>
              <a:rPr lang="en-US" sz="1050" b="1" dirty="0">
                <a:solidFill>
                  <a:srgbClr val="00338D"/>
                </a:solidFill>
              </a:rPr>
            </a:br>
            <a:r>
              <a:rPr lang="en-US" sz="1050" dirty="0">
                <a:solidFill>
                  <a:srgbClr val="00338D"/>
                </a:solidFill>
              </a:rPr>
              <a:t>US/UK/ROW/Across geos/Other</a:t>
            </a:r>
          </a:p>
          <a:p>
            <a:pPr marL="171450" indent="-171450">
              <a:spcAft>
                <a:spcPts val="647"/>
              </a:spcAft>
              <a:buFont typeface="Arial" panose="020B0604020202020204" pitchFamily="34" charset="0"/>
              <a:buChar char="•"/>
            </a:pPr>
            <a:r>
              <a:rPr lang="en-US" sz="1050" b="1" dirty="0">
                <a:solidFill>
                  <a:srgbClr val="00338D"/>
                </a:solidFill>
              </a:rPr>
              <a:t>Work timings</a:t>
            </a:r>
            <a:br>
              <a:rPr lang="en-US" sz="1050" b="1" dirty="0">
                <a:solidFill>
                  <a:srgbClr val="00338D"/>
                </a:solidFill>
              </a:rPr>
            </a:br>
            <a:r>
              <a:rPr lang="en-US" sz="1050" dirty="0">
                <a:solidFill>
                  <a:srgbClr val="00338D"/>
                </a:solidFill>
              </a:rPr>
              <a:t>General / Based on client requirements</a:t>
            </a:r>
          </a:p>
          <a:p>
            <a:pPr>
              <a:spcAft>
                <a:spcPts val="647"/>
              </a:spcAft>
            </a:pPr>
            <a:endParaRPr lang="en-US" sz="1050" dirty="0">
              <a:solidFill>
                <a:srgbClr val="00338D"/>
              </a:solidFill>
            </a:endParaRPr>
          </a:p>
          <a:p>
            <a:pPr>
              <a:spcAft>
                <a:spcPts val="647"/>
              </a:spcAft>
            </a:pPr>
            <a:r>
              <a:rPr lang="en-US" sz="2400" dirty="0">
                <a:solidFill>
                  <a:srgbClr val="1E49E2"/>
                </a:solidFill>
                <a:latin typeface="KPMG Bold" panose="020B0803030202040204" pitchFamily="34" charset="0"/>
              </a:rPr>
              <a:t> </a:t>
            </a:r>
            <a:endParaRPr lang="en-US" sz="1050" dirty="0">
              <a:solidFill>
                <a:srgbClr val="1E49E2"/>
              </a:solidFill>
            </a:endParaRPr>
          </a:p>
        </p:txBody>
      </p:sp>
      <p:sp>
        <p:nvSpPr>
          <p:cNvPr id="5" name="TextBox 4">
            <a:extLst>
              <a:ext uri="{FF2B5EF4-FFF2-40B4-BE49-F238E27FC236}">
                <a16:creationId xmlns:a16="http://schemas.microsoft.com/office/drawing/2014/main" id="{1719CF02-C556-15FD-9A55-632560971DFF}"/>
              </a:ext>
            </a:extLst>
          </p:cNvPr>
          <p:cNvSpPr txBox="1"/>
          <p:nvPr/>
        </p:nvSpPr>
        <p:spPr>
          <a:xfrm>
            <a:off x="2329978" y="3369732"/>
            <a:ext cx="4474681" cy="4551523"/>
          </a:xfrm>
          <a:prstGeom prst="rect">
            <a:avLst/>
          </a:prstGeom>
          <a:noFill/>
        </p:spPr>
        <p:txBody>
          <a:bodyPr wrap="square" lIns="58266" tIns="58266" rIns="58266" bIns="58266" rtlCol="0">
            <a:noAutofit/>
          </a:bodyPr>
          <a:lstStyle/>
          <a:p>
            <a:pPr>
              <a:spcAft>
                <a:spcPts val="647"/>
              </a:spcAft>
            </a:pPr>
            <a:r>
              <a:rPr lang="en-US" sz="2400" dirty="0">
                <a:solidFill>
                  <a:srgbClr val="1E49E2"/>
                </a:solidFill>
                <a:latin typeface="KPMG Bold" panose="020B0803030202040204" pitchFamily="34" charset="0"/>
              </a:rPr>
              <a:t>Roles &amp; responsibilities </a:t>
            </a:r>
          </a:p>
          <a:p>
            <a:pPr marL="171450" indent="-171450">
              <a:spcAft>
                <a:spcPts val="647"/>
              </a:spcAft>
              <a:buFont typeface="Arial" panose="020B0604020202020204" pitchFamily="34" charset="0"/>
              <a:buChar char="•"/>
            </a:pPr>
            <a:r>
              <a:rPr lang="en-US" sz="1050" dirty="0">
                <a:solidFill>
                  <a:srgbClr val="00338D"/>
                </a:solidFill>
              </a:rPr>
              <a:t>Execute Customer Advisory projects with a focus on leveraging the Seismic platform for sales and marketing transformation.</a:t>
            </a:r>
          </a:p>
          <a:p>
            <a:pPr marL="171450" indent="-171450">
              <a:spcAft>
                <a:spcPts val="647"/>
              </a:spcAft>
              <a:buFont typeface="Arial" panose="020B0604020202020204" pitchFamily="34" charset="0"/>
              <a:buChar char="•"/>
            </a:pPr>
            <a:r>
              <a:rPr lang="en-US" sz="1050" dirty="0">
                <a:solidFill>
                  <a:srgbClr val="00338D"/>
                </a:solidFill>
              </a:rPr>
              <a:t>Conduct end-to-end assessments to transition from 'as-is' to 'to-be' states, focusing on content management and personalization in Seismic.</a:t>
            </a:r>
          </a:p>
          <a:p>
            <a:pPr marL="171450" indent="-171450">
              <a:spcAft>
                <a:spcPts val="647"/>
              </a:spcAft>
              <a:buFont typeface="Arial" panose="020B0604020202020204" pitchFamily="34" charset="0"/>
              <a:buChar char="•"/>
            </a:pPr>
            <a:r>
              <a:rPr lang="en-US" sz="1050" dirty="0">
                <a:solidFill>
                  <a:srgbClr val="00338D"/>
                </a:solidFill>
              </a:rPr>
              <a:t>Perform in-depth analysis and interpretation of clients' use of Seismic to identify optimization opportunities and develop actionable insights.</a:t>
            </a:r>
          </a:p>
          <a:p>
            <a:pPr marL="171450" indent="-171450">
              <a:spcAft>
                <a:spcPts val="647"/>
              </a:spcAft>
              <a:buFont typeface="Arial" panose="020B0604020202020204" pitchFamily="34" charset="0"/>
              <a:buChar char="•"/>
            </a:pPr>
            <a:r>
              <a:rPr lang="en-US" sz="1050" dirty="0">
                <a:solidFill>
                  <a:srgbClr val="00338D"/>
                </a:solidFill>
              </a:rPr>
              <a:t>Develop strategic recommendations for improving sales content effectiveness using Seismic, creating business cases and implementation roadmaps.</a:t>
            </a:r>
          </a:p>
          <a:p>
            <a:pPr marL="171450" indent="-171450">
              <a:spcAft>
                <a:spcPts val="647"/>
              </a:spcAft>
              <a:buFont typeface="Arial" panose="020B0604020202020204" pitchFamily="34" charset="0"/>
              <a:buChar char="•"/>
            </a:pPr>
            <a:r>
              <a:rPr lang="en-US" sz="1050" dirty="0">
                <a:solidFill>
                  <a:srgbClr val="00338D"/>
                </a:solidFill>
              </a:rPr>
              <a:t>Collaborate with internal teams, including technology professionals and Seismic stakeholders, to ensure effective delivery of services.</a:t>
            </a:r>
          </a:p>
          <a:p>
            <a:pPr marL="171450" indent="-171450">
              <a:spcAft>
                <a:spcPts val="647"/>
              </a:spcAft>
              <a:buFont typeface="Arial" panose="020B0604020202020204" pitchFamily="34" charset="0"/>
              <a:buChar char="•"/>
            </a:pPr>
            <a:r>
              <a:rPr lang="en-US" sz="1050" dirty="0">
                <a:solidFill>
                  <a:srgbClr val="00338D"/>
                </a:solidFill>
              </a:rPr>
              <a:t>Provide support to clients in executing recommended solutions on Seismic, including change management, communications, training, and project management.</a:t>
            </a:r>
          </a:p>
          <a:p>
            <a:pPr marL="171450" indent="-171450">
              <a:spcAft>
                <a:spcPts val="647"/>
              </a:spcAft>
              <a:buFont typeface="Arial" panose="020B0604020202020204" pitchFamily="34" charset="0"/>
              <a:buChar char="•"/>
            </a:pPr>
            <a:r>
              <a:rPr lang="en-US" sz="1050" dirty="0">
                <a:solidFill>
                  <a:srgbClr val="00338D"/>
                </a:solidFill>
              </a:rPr>
              <a:t>Communicate effectively with global stakeholders, demonstrating expertise and delivering solutions tailored to client needs.</a:t>
            </a:r>
          </a:p>
        </p:txBody>
      </p:sp>
    </p:spTree>
    <p:extLst>
      <p:ext uri="{BB962C8B-B14F-4D97-AF65-F5344CB8AC3E}">
        <p14:creationId xmlns:p14="http://schemas.microsoft.com/office/powerpoint/2010/main" val="3157706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raphic 11">
            <a:extLst>
              <a:ext uri="{FF2B5EF4-FFF2-40B4-BE49-F238E27FC236}">
                <a16:creationId xmlns:a16="http://schemas.microsoft.com/office/drawing/2014/main" id="{DBA74654-5AA0-FE7A-159B-5C5F5F4BC340}"/>
              </a:ext>
            </a:extLst>
          </p:cNvPr>
          <p:cNvSpPr/>
          <p:nvPr/>
        </p:nvSpPr>
        <p:spPr>
          <a:xfrm>
            <a:off x="0" y="0"/>
            <a:ext cx="2214695" cy="9939020"/>
          </a:xfrm>
          <a:custGeom>
            <a:avLst/>
            <a:gdLst>
              <a:gd name="connsiteX0" fmla="*/ 0 w 3085744"/>
              <a:gd name="connsiteY0" fmla="*/ 0 h 9939020"/>
              <a:gd name="connsiteX1" fmla="*/ 3085744 w 3085744"/>
              <a:gd name="connsiteY1" fmla="*/ 0 h 9939020"/>
              <a:gd name="connsiteX2" fmla="*/ 3085744 w 3085744"/>
              <a:gd name="connsiteY2" fmla="*/ 9939020 h 9939020"/>
              <a:gd name="connsiteX3" fmla="*/ 0 w 3085744"/>
              <a:gd name="connsiteY3" fmla="*/ 9939020 h 9939020"/>
            </a:gdLst>
            <a:ahLst/>
            <a:cxnLst>
              <a:cxn ang="0">
                <a:pos x="connsiteX0" y="connsiteY0"/>
              </a:cxn>
              <a:cxn ang="0">
                <a:pos x="connsiteX1" y="connsiteY1"/>
              </a:cxn>
              <a:cxn ang="0">
                <a:pos x="connsiteX2" y="connsiteY2"/>
              </a:cxn>
              <a:cxn ang="0">
                <a:pos x="connsiteX3" y="connsiteY3"/>
              </a:cxn>
            </a:cxnLst>
            <a:rect l="l" t="t" r="r" b="b"/>
            <a:pathLst>
              <a:path w="3085744" h="9939020">
                <a:moveTo>
                  <a:pt x="0" y="0"/>
                </a:moveTo>
                <a:lnTo>
                  <a:pt x="3085744" y="0"/>
                </a:lnTo>
                <a:lnTo>
                  <a:pt x="3085744" y="9939020"/>
                </a:lnTo>
                <a:lnTo>
                  <a:pt x="0" y="9939020"/>
                </a:lnTo>
                <a:close/>
              </a:path>
            </a:pathLst>
          </a:custGeom>
          <a:solidFill>
            <a:srgbClr val="7213EA"/>
          </a:solidFill>
          <a:ln w="53373" cap="flat">
            <a:noFill/>
            <a:prstDash val="solid"/>
            <a:miter/>
          </a:ln>
        </p:spPr>
        <p:txBody>
          <a:bodyPr rtlCol="0" anchor="ctr"/>
          <a:lstStyle/>
          <a:p>
            <a:endParaRPr lang="en-US" dirty="0"/>
          </a:p>
        </p:txBody>
      </p:sp>
      <p:sp>
        <p:nvSpPr>
          <p:cNvPr id="24" name="TextBox 23">
            <a:extLst>
              <a:ext uri="{FF2B5EF4-FFF2-40B4-BE49-F238E27FC236}">
                <a16:creationId xmlns:a16="http://schemas.microsoft.com/office/drawing/2014/main" id="{DC3524B3-3CA3-4184-9618-2396B9B40D66}"/>
              </a:ext>
            </a:extLst>
          </p:cNvPr>
          <p:cNvSpPr txBox="1"/>
          <p:nvPr/>
        </p:nvSpPr>
        <p:spPr>
          <a:xfrm>
            <a:off x="2863325" y="1442529"/>
            <a:ext cx="3824375" cy="494793"/>
          </a:xfrm>
          <a:prstGeom prst="rect">
            <a:avLst/>
          </a:prstGeom>
          <a:noFill/>
        </p:spPr>
        <p:txBody>
          <a:bodyPr wrap="square" lIns="58266" tIns="58266" rIns="58266" bIns="58266" rtlCol="0">
            <a:noAutofit/>
          </a:bodyPr>
          <a:lstStyle/>
          <a:p>
            <a:pPr>
              <a:spcAft>
                <a:spcPts val="647"/>
              </a:spcAft>
            </a:pPr>
            <a:endParaRPr lang="en-US" sz="1050" dirty="0">
              <a:solidFill>
                <a:srgbClr val="1E49E2"/>
              </a:solidFill>
            </a:endParaRPr>
          </a:p>
        </p:txBody>
      </p:sp>
      <p:pic>
        <p:nvPicPr>
          <p:cNvPr id="37" name="Picture 36" descr="Text, logo&#10;&#10;Description automatically generated">
            <a:extLst>
              <a:ext uri="{FF2B5EF4-FFF2-40B4-BE49-F238E27FC236}">
                <a16:creationId xmlns:a16="http://schemas.microsoft.com/office/drawing/2014/main" id="{4A947C23-AEEC-4B62-9D80-DA10C014C40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06709" y="9353708"/>
            <a:ext cx="689341" cy="276146"/>
          </a:xfrm>
          <a:prstGeom prst="rect">
            <a:avLst/>
          </a:prstGeom>
        </p:spPr>
      </p:pic>
      <p:sp>
        <p:nvSpPr>
          <p:cNvPr id="21" name="TextBox 20">
            <a:extLst>
              <a:ext uri="{FF2B5EF4-FFF2-40B4-BE49-F238E27FC236}">
                <a16:creationId xmlns:a16="http://schemas.microsoft.com/office/drawing/2014/main" id="{D2C1AD6F-7F74-4532-9C2B-B9709248EE7C}"/>
              </a:ext>
            </a:extLst>
          </p:cNvPr>
          <p:cNvSpPr txBox="1"/>
          <p:nvPr/>
        </p:nvSpPr>
        <p:spPr>
          <a:xfrm>
            <a:off x="182220" y="276953"/>
            <a:ext cx="1826690" cy="733700"/>
          </a:xfrm>
          <a:prstGeom prst="rect">
            <a:avLst/>
          </a:prstGeom>
          <a:noFill/>
        </p:spPr>
        <p:txBody>
          <a:bodyPr wrap="square" lIns="58266" tIns="58266" rIns="58266" bIns="58266" rtlCol="0">
            <a:noAutofit/>
          </a:bodyPr>
          <a:lstStyle/>
          <a:p>
            <a:pPr>
              <a:lnSpc>
                <a:spcPct val="80000"/>
              </a:lnSpc>
              <a:spcAft>
                <a:spcPts val="647"/>
              </a:spcAft>
            </a:pPr>
            <a:r>
              <a:rPr lang="en-US" sz="2400" dirty="0">
                <a:solidFill>
                  <a:srgbClr val="ACEAFF"/>
                </a:solidFill>
                <a:latin typeface="KPMG Bold" panose="020B0803030202040204" pitchFamily="34" charset="0"/>
              </a:rPr>
              <a:t>Come as you are </a:t>
            </a:r>
            <a:br>
              <a:rPr lang="en-US" sz="2400" dirty="0">
                <a:solidFill>
                  <a:srgbClr val="ACEAFF"/>
                </a:solidFill>
                <a:latin typeface="KPMG Bold" panose="020B0803030202040204" pitchFamily="34" charset="0"/>
              </a:rPr>
            </a:br>
            <a:r>
              <a:rPr lang="en-US" sz="2400" dirty="0">
                <a:solidFill>
                  <a:srgbClr val="ACEAFF"/>
                </a:solidFill>
                <a:latin typeface="KPMG Bold" panose="020B0803030202040204" pitchFamily="34" charset="0"/>
              </a:rPr>
              <a:t>at KGS</a:t>
            </a:r>
          </a:p>
        </p:txBody>
      </p:sp>
      <p:sp>
        <p:nvSpPr>
          <p:cNvPr id="22" name="TextBox 21">
            <a:extLst>
              <a:ext uri="{FF2B5EF4-FFF2-40B4-BE49-F238E27FC236}">
                <a16:creationId xmlns:a16="http://schemas.microsoft.com/office/drawing/2014/main" id="{8BE1B59D-1CA1-4C86-9A9F-354178B7814F}"/>
              </a:ext>
            </a:extLst>
          </p:cNvPr>
          <p:cNvSpPr txBox="1"/>
          <p:nvPr/>
        </p:nvSpPr>
        <p:spPr>
          <a:xfrm>
            <a:off x="182220" y="1081725"/>
            <a:ext cx="1729707" cy="7652526"/>
          </a:xfrm>
          <a:prstGeom prst="rect">
            <a:avLst/>
          </a:prstGeom>
          <a:noFill/>
        </p:spPr>
        <p:txBody>
          <a:bodyPr wrap="square" lIns="58266" tIns="58266" rIns="58266" bIns="58266" rtlCol="0">
            <a:noAutofit/>
          </a:bodyPr>
          <a:lstStyle/>
          <a:p>
            <a:pPr marL="0" marR="0">
              <a:spcBef>
                <a:spcPts val="0"/>
              </a:spcBef>
              <a:spcAft>
                <a:spcPts val="0"/>
              </a:spcAft>
            </a:pPr>
            <a:r>
              <a:rPr lang="en-US" sz="1050" dirty="0">
                <a:solidFill>
                  <a:schemeClr val="bg1"/>
                </a:solidFill>
              </a:rPr>
              <a:t>As a firm, we are deeply committed to diversity, inclusion and equity at our workplace. We offer a safe and inclusive environment built on trust, where all our colleagues can bring their authentic selves to work and know that their uniqueness is valued. </a:t>
            </a:r>
            <a:br>
              <a:rPr lang="en-US" sz="1050" dirty="0">
                <a:solidFill>
                  <a:schemeClr val="bg1"/>
                </a:solidFill>
              </a:rPr>
            </a:br>
            <a:endParaRPr lang="en-US" sz="1050" dirty="0">
              <a:solidFill>
                <a:schemeClr val="bg1"/>
              </a:solidFill>
            </a:endParaRPr>
          </a:p>
          <a:p>
            <a:pPr marL="0" marR="0">
              <a:spcBef>
                <a:spcPts val="0"/>
              </a:spcBef>
              <a:spcAft>
                <a:spcPts val="0"/>
              </a:spcAft>
            </a:pPr>
            <a:r>
              <a:rPr lang="en-US" sz="1050" dirty="0">
                <a:solidFill>
                  <a:schemeClr val="bg1"/>
                </a:solidFill>
              </a:rPr>
              <a:t>We prohibit unfair treatment of applicants and employees and discrimination on any ground, including but not limited to, caste, religion, color, ancestry, marital status, medical condition, sex, gender identity and/or expression, sexual orientation, age, nationality, cultural origin, family or parental status, defense veterans, physical, mental or sensory disability or any other status or characteristic protected by applicable Indian laws and regulations.</a:t>
            </a:r>
          </a:p>
        </p:txBody>
      </p:sp>
      <p:sp>
        <p:nvSpPr>
          <p:cNvPr id="31" name="TextBox 30">
            <a:extLst>
              <a:ext uri="{FF2B5EF4-FFF2-40B4-BE49-F238E27FC236}">
                <a16:creationId xmlns:a16="http://schemas.microsoft.com/office/drawing/2014/main" id="{5D911B7F-346C-48F4-8DA6-53D8CE058B7A}"/>
              </a:ext>
            </a:extLst>
          </p:cNvPr>
          <p:cNvSpPr txBox="1"/>
          <p:nvPr/>
        </p:nvSpPr>
        <p:spPr>
          <a:xfrm>
            <a:off x="2396916" y="2072903"/>
            <a:ext cx="4278864" cy="1527741"/>
          </a:xfrm>
          <a:prstGeom prst="rect">
            <a:avLst/>
          </a:prstGeom>
          <a:noFill/>
        </p:spPr>
        <p:txBody>
          <a:bodyPr wrap="square" lIns="58266" tIns="58266" rIns="58266" bIns="58266" rtlCol="0">
            <a:noAutofit/>
          </a:bodyPr>
          <a:lstStyle/>
          <a:p>
            <a:pPr>
              <a:lnSpc>
                <a:spcPct val="80000"/>
              </a:lnSpc>
              <a:spcAft>
                <a:spcPts val="647"/>
              </a:spcAft>
            </a:pPr>
            <a:r>
              <a:rPr lang="en-US" sz="2400" dirty="0">
                <a:solidFill>
                  <a:srgbClr val="1E49E2"/>
                </a:solidFill>
                <a:latin typeface="KPMG Bold" panose="020B0803030202040204" pitchFamily="34" charset="0"/>
              </a:rPr>
              <a:t>Preferred technical &amp; functional skills </a:t>
            </a:r>
          </a:p>
          <a:p>
            <a:pPr marL="342900" marR="0" lvl="0" indent="-342900">
              <a:buSzPts val="1000"/>
              <a:buFont typeface="Symbol" panose="05050102010706020507" pitchFamily="18" charset="2"/>
              <a:buChar char=""/>
              <a:tabLst>
                <a:tab pos="457200" algn="l"/>
              </a:tabLst>
            </a:pPr>
            <a:r>
              <a:rPr lang="en-US" sz="1050" dirty="0">
                <a:solidFill>
                  <a:srgbClr val="00338D"/>
                </a:solidFill>
              </a:rPr>
              <a:t>Proficiency in the Seismic platform, including content personalization, data analysis, and usage tracking.</a:t>
            </a:r>
          </a:p>
          <a:p>
            <a:pPr marL="342900" marR="0" lvl="0" indent="-342900">
              <a:buSzPts val="1000"/>
              <a:buFont typeface="Symbol" panose="05050102010706020507" pitchFamily="18" charset="2"/>
              <a:buChar char=""/>
              <a:tabLst>
                <a:tab pos="457200" algn="l"/>
              </a:tabLst>
            </a:pPr>
            <a:r>
              <a:rPr lang="en-US" sz="1050" dirty="0">
                <a:solidFill>
                  <a:srgbClr val="00338D"/>
                </a:solidFill>
              </a:rPr>
              <a:t>Experience in customer experience management and customer journey design using Seismic.</a:t>
            </a:r>
          </a:p>
          <a:p>
            <a:pPr marL="342900" marR="0" lvl="0" indent="-342900">
              <a:buSzPts val="1000"/>
              <a:buFont typeface="Symbol" panose="05050102010706020507" pitchFamily="18" charset="2"/>
              <a:buChar char=""/>
              <a:tabLst>
                <a:tab pos="457200" algn="l"/>
              </a:tabLst>
            </a:pPr>
            <a:r>
              <a:rPr lang="en-US" sz="1050" dirty="0">
                <a:solidFill>
                  <a:srgbClr val="00338D"/>
                </a:solidFill>
              </a:rPr>
              <a:t>Familiarity with conducting trainings and workshops to enable clients and staff to effectively use Seismic.</a:t>
            </a:r>
          </a:p>
          <a:p>
            <a:pPr marL="342900" marR="0" lvl="0" indent="-342900">
              <a:buSzPts val="1000"/>
              <a:buFont typeface="Symbol" panose="05050102010706020507" pitchFamily="18" charset="2"/>
              <a:buChar char=""/>
              <a:tabLst>
                <a:tab pos="457200" algn="l"/>
              </a:tabLst>
            </a:pPr>
            <a:r>
              <a:rPr lang="en-US" sz="1050" dirty="0">
                <a:solidFill>
                  <a:srgbClr val="00338D"/>
                </a:solidFill>
              </a:rPr>
              <a:t>Background in consulting within sales, marketing, or e-commerce transformation, preferably in a Big4 environment.</a:t>
            </a:r>
          </a:p>
          <a:p>
            <a:pPr marL="342900" marR="0" lvl="0" indent="-342900">
              <a:buSzPts val="1000"/>
              <a:buFont typeface="Symbol" panose="05050102010706020507" pitchFamily="18" charset="2"/>
              <a:buChar char=""/>
              <a:tabLst>
                <a:tab pos="457200" algn="l"/>
              </a:tabLst>
            </a:pPr>
            <a:r>
              <a:rPr lang="en-US" sz="1050" dirty="0">
                <a:solidFill>
                  <a:srgbClr val="00338D"/>
                </a:solidFill>
              </a:rPr>
              <a:t>Ability to optimize processes and costs using data-driven insights within Seismic.</a:t>
            </a:r>
          </a:p>
        </p:txBody>
      </p:sp>
      <p:sp>
        <p:nvSpPr>
          <p:cNvPr id="33" name="TextBox 32">
            <a:extLst>
              <a:ext uri="{FF2B5EF4-FFF2-40B4-BE49-F238E27FC236}">
                <a16:creationId xmlns:a16="http://schemas.microsoft.com/office/drawing/2014/main" id="{8FD3FDA1-CE5D-4169-B9D9-9D568E70FA10}"/>
              </a:ext>
            </a:extLst>
          </p:cNvPr>
          <p:cNvSpPr txBox="1"/>
          <p:nvPr/>
        </p:nvSpPr>
        <p:spPr>
          <a:xfrm>
            <a:off x="2396915" y="4430198"/>
            <a:ext cx="4043239" cy="1786147"/>
          </a:xfrm>
          <a:prstGeom prst="rect">
            <a:avLst/>
          </a:prstGeom>
          <a:noFill/>
        </p:spPr>
        <p:txBody>
          <a:bodyPr wrap="square" lIns="58266" tIns="58266" rIns="58266" bIns="58266" rtlCol="0">
            <a:noAutofit/>
          </a:bodyPr>
          <a:lstStyle/>
          <a:p>
            <a:pPr>
              <a:lnSpc>
                <a:spcPct val="80000"/>
              </a:lnSpc>
              <a:spcAft>
                <a:spcPts val="647"/>
              </a:spcAft>
            </a:pPr>
            <a:r>
              <a:rPr lang="en-US" sz="2400" dirty="0">
                <a:solidFill>
                  <a:srgbClr val="1E49E2"/>
                </a:solidFill>
                <a:latin typeface="KPMG Bold" panose="020B0803030202040204" pitchFamily="34" charset="0"/>
              </a:rPr>
              <a:t>Key behavioral attributes/requirements</a:t>
            </a:r>
          </a:p>
          <a:p>
            <a:pPr marL="171450" indent="-171450">
              <a:lnSpc>
                <a:spcPct val="80000"/>
              </a:lnSpc>
              <a:spcAft>
                <a:spcPts val="647"/>
              </a:spcAft>
              <a:buFont typeface="Arial" panose="020B0604020202020204" pitchFamily="34" charset="0"/>
              <a:buChar char="•"/>
            </a:pPr>
            <a:r>
              <a:rPr lang="en-US" sz="1050" dirty="0">
                <a:solidFill>
                  <a:srgbClr val="00338D"/>
                </a:solidFill>
              </a:rPr>
              <a:t>Excellent business communication skills </a:t>
            </a:r>
          </a:p>
          <a:p>
            <a:pPr marL="171450" indent="-171450">
              <a:lnSpc>
                <a:spcPct val="80000"/>
              </a:lnSpc>
              <a:spcAft>
                <a:spcPts val="647"/>
              </a:spcAft>
              <a:buFont typeface="Arial" panose="020B0604020202020204" pitchFamily="34" charset="0"/>
              <a:buChar char="•"/>
            </a:pPr>
            <a:r>
              <a:rPr lang="en-US" sz="1050" dirty="0">
                <a:solidFill>
                  <a:srgbClr val="00338D"/>
                </a:solidFill>
              </a:rPr>
              <a:t>Other skills include effort estimation, pre-sales support, project planning, conduct trainings for clients / internal staff</a:t>
            </a:r>
          </a:p>
          <a:p>
            <a:pPr marL="171450" indent="-171450">
              <a:lnSpc>
                <a:spcPct val="80000"/>
              </a:lnSpc>
              <a:spcAft>
                <a:spcPts val="647"/>
              </a:spcAft>
              <a:buFont typeface="Arial" panose="020B0604020202020204" pitchFamily="34" charset="0"/>
              <a:buChar char="•"/>
            </a:pPr>
            <a:r>
              <a:rPr lang="en-US" sz="1050" dirty="0">
                <a:solidFill>
                  <a:srgbClr val="00338D"/>
                </a:solidFill>
              </a:rPr>
              <a:t>Ability to build strong business relationship with internal and external stakeholders</a:t>
            </a:r>
          </a:p>
          <a:p>
            <a:pPr marL="171450" indent="-171450">
              <a:lnSpc>
                <a:spcPct val="80000"/>
              </a:lnSpc>
              <a:spcAft>
                <a:spcPts val="647"/>
              </a:spcAft>
              <a:buFont typeface="Arial" panose="020B0604020202020204" pitchFamily="34" charset="0"/>
              <a:buChar char="•"/>
            </a:pPr>
            <a:r>
              <a:rPr lang="en-US" sz="1050" dirty="0">
                <a:solidFill>
                  <a:srgbClr val="00338D"/>
                </a:solidFill>
              </a:rPr>
              <a:t>Strong verbal, written and data presentation skills </a:t>
            </a:r>
          </a:p>
          <a:p>
            <a:pPr marL="171450" indent="-171450">
              <a:lnSpc>
                <a:spcPct val="80000"/>
              </a:lnSpc>
              <a:spcAft>
                <a:spcPts val="647"/>
              </a:spcAft>
              <a:buFont typeface="Arial" panose="020B0604020202020204" pitchFamily="34" charset="0"/>
              <a:buChar char="•"/>
            </a:pPr>
            <a:endParaRPr lang="en-US" sz="2400" dirty="0">
              <a:solidFill>
                <a:srgbClr val="1E49E2"/>
              </a:solidFill>
              <a:latin typeface="KPMG Bold" panose="020B0803030202040204" pitchFamily="34" charset="0"/>
            </a:endParaRPr>
          </a:p>
        </p:txBody>
      </p:sp>
      <p:sp>
        <p:nvSpPr>
          <p:cNvPr id="35" name="TextBox 34">
            <a:extLst>
              <a:ext uri="{FF2B5EF4-FFF2-40B4-BE49-F238E27FC236}">
                <a16:creationId xmlns:a16="http://schemas.microsoft.com/office/drawing/2014/main" id="{9C9954AF-FB0B-41F8-8240-AA5C844A80E1}"/>
              </a:ext>
            </a:extLst>
          </p:cNvPr>
          <p:cNvSpPr txBox="1"/>
          <p:nvPr/>
        </p:nvSpPr>
        <p:spPr>
          <a:xfrm>
            <a:off x="2452119" y="6287731"/>
            <a:ext cx="4043239" cy="1208444"/>
          </a:xfrm>
          <a:prstGeom prst="rect">
            <a:avLst/>
          </a:prstGeom>
          <a:noFill/>
        </p:spPr>
        <p:txBody>
          <a:bodyPr wrap="square" lIns="58266" tIns="58266" rIns="58266" bIns="58266" rtlCol="0">
            <a:noAutofit/>
          </a:bodyPr>
          <a:lstStyle/>
          <a:p>
            <a:pPr>
              <a:lnSpc>
                <a:spcPct val="80000"/>
              </a:lnSpc>
              <a:spcAft>
                <a:spcPts val="647"/>
              </a:spcAft>
            </a:pPr>
            <a:r>
              <a:rPr lang="en-US" sz="2400" dirty="0">
                <a:solidFill>
                  <a:srgbClr val="1E49E2"/>
                </a:solidFill>
                <a:latin typeface="KPMG Bold" panose="020B0803030202040204" pitchFamily="34" charset="0"/>
              </a:rPr>
              <a:t>Other information</a:t>
            </a:r>
          </a:p>
          <a:p>
            <a:pPr marL="171450" indent="-171450">
              <a:lnSpc>
                <a:spcPts val="1350"/>
              </a:lnSpc>
              <a:buFont typeface="Arial" panose="020B0604020202020204" pitchFamily="34" charset="0"/>
              <a:buChar char="•"/>
            </a:pPr>
            <a:r>
              <a:rPr lang="en-US" sz="1050" b="1" dirty="0">
                <a:solidFill>
                  <a:srgbClr val="00338D"/>
                </a:solidFill>
              </a:rPr>
              <a:t>Interview process: </a:t>
            </a:r>
            <a:r>
              <a:rPr lang="en-US" sz="1050" dirty="0">
                <a:solidFill>
                  <a:srgbClr val="00338D"/>
                </a:solidFill>
              </a:rPr>
              <a:t>expected two to three  rounds of interviews</a:t>
            </a:r>
          </a:p>
          <a:p>
            <a:pPr marL="171450" indent="-171450">
              <a:lnSpc>
                <a:spcPts val="1350"/>
              </a:lnSpc>
              <a:buFont typeface="Arial" panose="020B0604020202020204" pitchFamily="34" charset="0"/>
              <a:buChar char="•"/>
            </a:pPr>
            <a:r>
              <a:rPr lang="en-US" sz="1050" b="1" dirty="0">
                <a:solidFill>
                  <a:srgbClr val="00338D"/>
                </a:solidFill>
              </a:rPr>
              <a:t>Does the job role involve travelling: </a:t>
            </a:r>
            <a:r>
              <a:rPr lang="en-US" sz="1050" dirty="0">
                <a:solidFill>
                  <a:srgbClr val="00338D"/>
                </a:solidFill>
              </a:rPr>
              <a:t>Travel when necessary </a:t>
            </a:r>
          </a:p>
          <a:p>
            <a:pPr marL="171450" indent="-171450">
              <a:lnSpc>
                <a:spcPts val="1350"/>
              </a:lnSpc>
              <a:buFont typeface="Arial" panose="020B0604020202020204" pitchFamily="34" charset="0"/>
              <a:buChar char="•"/>
            </a:pPr>
            <a:r>
              <a:rPr lang="en-US" sz="1050" b="1" dirty="0">
                <a:solidFill>
                  <a:srgbClr val="00338D"/>
                </a:solidFill>
              </a:rPr>
              <a:t>Does the busy season apply to this role?: </a:t>
            </a:r>
            <a:r>
              <a:rPr lang="en-US" sz="1050" dirty="0">
                <a:solidFill>
                  <a:srgbClr val="00338D"/>
                </a:solidFill>
              </a:rPr>
              <a:t>No </a:t>
            </a:r>
          </a:p>
        </p:txBody>
      </p:sp>
      <p:sp>
        <p:nvSpPr>
          <p:cNvPr id="2" name="TextBox 1">
            <a:extLst>
              <a:ext uri="{FF2B5EF4-FFF2-40B4-BE49-F238E27FC236}">
                <a16:creationId xmlns:a16="http://schemas.microsoft.com/office/drawing/2014/main" id="{A6DD4904-BEC2-6979-1378-CEF78D9695AF}"/>
              </a:ext>
            </a:extLst>
          </p:cNvPr>
          <p:cNvSpPr txBox="1"/>
          <p:nvPr/>
        </p:nvSpPr>
        <p:spPr>
          <a:xfrm>
            <a:off x="2483484" y="9295079"/>
            <a:ext cx="2858537" cy="553998"/>
          </a:xfrm>
          <a:prstGeom prst="rect">
            <a:avLst/>
          </a:prstGeom>
          <a:noFill/>
        </p:spPr>
        <p:txBody>
          <a:bodyPr wrap="square">
            <a:spAutoFit/>
          </a:bodyPr>
          <a:lstStyle/>
          <a:p>
            <a:r>
              <a:rPr lang="en-US" sz="600" dirty="0">
                <a:ea typeface="+mn-lt"/>
                <a:cs typeface="+mn-lt"/>
              </a:rPr>
              <a:t>KPMG Global Services (KGS) India is a strategic global delivery organization that works with over 50 KPMG firms to provide them a range of Advisory, Tax and Audit support services. </a:t>
            </a:r>
            <a:endParaRPr lang="en-US" sz="600" dirty="0">
              <a:cs typeface="Arial"/>
            </a:endParaRPr>
          </a:p>
          <a:p>
            <a:r>
              <a:rPr lang="en-US" sz="600" dirty="0">
                <a:ea typeface="+mn-lt"/>
                <a:cs typeface="+mn-lt"/>
              </a:rPr>
              <a:t>The firm operates from eight locations in India — Bengaluru, Gurugram, Hyderabad, Mumbai, Kochi, Noida, Pune and Kolkata.</a:t>
            </a:r>
            <a:endParaRPr lang="en-US" sz="600" dirty="0">
              <a:cs typeface="Arial"/>
            </a:endParaRPr>
          </a:p>
        </p:txBody>
      </p:sp>
      <p:sp>
        <p:nvSpPr>
          <p:cNvPr id="4" name="TextBox 3">
            <a:extLst>
              <a:ext uri="{FF2B5EF4-FFF2-40B4-BE49-F238E27FC236}">
                <a16:creationId xmlns:a16="http://schemas.microsoft.com/office/drawing/2014/main" id="{64491DDD-B0A8-1F4E-6457-C3B67590685B}"/>
              </a:ext>
            </a:extLst>
          </p:cNvPr>
          <p:cNvSpPr txBox="1"/>
          <p:nvPr/>
        </p:nvSpPr>
        <p:spPr>
          <a:xfrm>
            <a:off x="2396915" y="1"/>
            <a:ext cx="4098443" cy="1744132"/>
          </a:xfrm>
          <a:prstGeom prst="rect">
            <a:avLst/>
          </a:prstGeom>
          <a:noFill/>
        </p:spPr>
        <p:txBody>
          <a:bodyPr wrap="square" lIns="58266" tIns="58266" rIns="58266" bIns="58266" rtlCol="0">
            <a:noAutofit/>
          </a:bodyPr>
          <a:lstStyle/>
          <a:p>
            <a:pPr>
              <a:spcAft>
                <a:spcPts val="647"/>
              </a:spcAft>
            </a:pPr>
            <a:r>
              <a:rPr lang="en-US" sz="2400" dirty="0">
                <a:solidFill>
                  <a:srgbClr val="1E49E2"/>
                </a:solidFill>
                <a:latin typeface="KPMG Bold" panose="020B0803030202040204" pitchFamily="34" charset="0"/>
              </a:rPr>
              <a:t>This role is for you if you have  the below</a:t>
            </a:r>
          </a:p>
          <a:p>
            <a:pPr>
              <a:spcAft>
                <a:spcPts val="647"/>
              </a:spcAft>
            </a:pPr>
            <a:r>
              <a:rPr lang="en-US" sz="1400" b="1" dirty="0">
                <a:solidFill>
                  <a:srgbClr val="00338D"/>
                </a:solidFill>
              </a:rPr>
              <a:t>Educational qualifications &amp; Work Experience</a:t>
            </a:r>
          </a:p>
          <a:p>
            <a:pPr marL="171450" indent="-171450">
              <a:spcAft>
                <a:spcPts val="647"/>
              </a:spcAft>
              <a:buFont typeface="Arial" panose="020B0604020202020204" pitchFamily="34" charset="0"/>
              <a:buChar char="•"/>
            </a:pPr>
            <a:r>
              <a:rPr lang="en-US" sz="1050" dirty="0">
                <a:solidFill>
                  <a:srgbClr val="00338D"/>
                </a:solidFill>
              </a:rPr>
              <a:t>MBA in Finance from Tier 1 / 2 College</a:t>
            </a:r>
          </a:p>
          <a:p>
            <a:pPr marL="171450" indent="-171450">
              <a:spcAft>
                <a:spcPts val="647"/>
              </a:spcAft>
              <a:buFont typeface="Arial" panose="020B0604020202020204" pitchFamily="34" charset="0"/>
              <a:buChar char="•"/>
            </a:pPr>
            <a:r>
              <a:rPr lang="en-US" sz="1050" dirty="0">
                <a:solidFill>
                  <a:srgbClr val="00338D"/>
                </a:solidFill>
              </a:rPr>
              <a:t>Overall experience of about 3- 9 Years</a:t>
            </a:r>
          </a:p>
          <a:p>
            <a:pPr marL="184995" indent="-184995">
              <a:spcAft>
                <a:spcPts val="647"/>
              </a:spcAft>
              <a:buFont typeface="Arial" panose="020B0604020202020204" pitchFamily="34" charset="0"/>
              <a:buChar char="•"/>
            </a:pPr>
            <a:r>
              <a:rPr lang="en-US" sz="1050" dirty="0">
                <a:solidFill>
                  <a:srgbClr val="00338D"/>
                </a:solidFill>
              </a:rPr>
              <a:t>Experience in using Seismic platform for sales enablement or content management is highly desirable.</a:t>
            </a:r>
          </a:p>
          <a:p>
            <a:pPr marL="184995" indent="-184995">
              <a:spcAft>
                <a:spcPts val="647"/>
              </a:spcAft>
              <a:buFont typeface="Arial" panose="020B0604020202020204" pitchFamily="34" charset="0"/>
              <a:buChar char="•"/>
            </a:pPr>
            <a:r>
              <a:rPr lang="en-US" sz="1050" dirty="0">
                <a:solidFill>
                  <a:srgbClr val="00338D"/>
                </a:solidFill>
              </a:rPr>
              <a:t>Strong customer service orientation and relationship management skills.</a:t>
            </a:r>
            <a:endParaRPr lang="en-US" sz="1400" b="1" dirty="0">
              <a:solidFill>
                <a:srgbClr val="00338D"/>
              </a:solidFill>
            </a:endParaRPr>
          </a:p>
          <a:p>
            <a:pPr>
              <a:spcAft>
                <a:spcPts val="647"/>
              </a:spcAft>
            </a:pPr>
            <a:endParaRPr lang="en-US" sz="1400" b="1" dirty="0">
              <a:solidFill>
                <a:srgbClr val="00338D"/>
              </a:solidFill>
            </a:endParaRPr>
          </a:p>
          <a:p>
            <a:pPr>
              <a:spcAft>
                <a:spcPts val="647"/>
              </a:spcAft>
            </a:pPr>
            <a:endParaRPr lang="en-US" sz="1400" b="1" dirty="0">
              <a:solidFill>
                <a:srgbClr val="00338D"/>
              </a:solidFill>
            </a:endParaRPr>
          </a:p>
          <a:p>
            <a:pPr>
              <a:spcAft>
                <a:spcPts val="647"/>
              </a:spcAft>
            </a:pPr>
            <a:endParaRPr lang="en-US" sz="1400" b="1" dirty="0">
              <a:solidFill>
                <a:srgbClr val="00338D"/>
              </a:solidFill>
            </a:endParaRPr>
          </a:p>
          <a:p>
            <a:pPr>
              <a:spcAft>
                <a:spcPts val="647"/>
              </a:spcAft>
            </a:pPr>
            <a:endParaRPr lang="en-US" sz="2400" dirty="0">
              <a:solidFill>
                <a:srgbClr val="1E49E2"/>
              </a:solidFill>
              <a:latin typeface="KPMG Bold" panose="020B0803030202040204" pitchFamily="34" charset="0"/>
            </a:endParaRPr>
          </a:p>
        </p:txBody>
      </p:sp>
    </p:spTree>
    <p:extLst>
      <p:ext uri="{BB962C8B-B14F-4D97-AF65-F5344CB8AC3E}">
        <p14:creationId xmlns:p14="http://schemas.microsoft.com/office/powerpoint/2010/main" val="2694455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USED" val="KPMGFONT"/>
  <p:tag name="CREATEDBY" val="Global PowerPoint Toolbar"/>
  <p:tag name="TOOLBARVERSION" val="5.26"/>
  <p:tag name="TYPE" val="Portrait"/>
  <p:tag name="KEYWORD" val="PORTRAIT"/>
  <p:tag name="TEMPLATEVERSION" val="20/07/2017 19:43:46"/>
</p:tagLst>
</file>

<file path=ppt/theme/theme1.xml><?xml version="1.0" encoding="utf-8"?>
<a:theme xmlns:a="http://schemas.openxmlformats.org/drawingml/2006/main" name="KPMG_Talkbook_Sidebar_1021_2015">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000" tIns="54000" rIns="54000" bIns="54000" rtlCol="0" anchor="ctr"/>
      <a:lstStyle>
        <a:defPPr algn="l">
          <a:defRPr sz="1000" dirty="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54000" tIns="54000" rIns="54000" bIns="54000" rtlCol="0">
        <a:noAutofit/>
      </a:bodyPr>
      <a:lstStyle>
        <a:defPPr>
          <a:spcAft>
            <a:spcPts val="600"/>
          </a:spcAft>
          <a:defRPr sz="1000" dirty="0"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KPMG Portrait Template.potx" id="{78F74787-738B-4AE5-90CD-B32582E40A75}" vid="{0FA31E07-8A42-4EA9-927F-5036B77F02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fccb5fe-3277-47ac-a120-b9b15bbb8c18">
      <Terms xmlns="http://schemas.microsoft.com/office/infopath/2007/PartnerControls"/>
    </lcf76f155ced4ddcb4097134ff3c332f>
    <TaxCatchAll xmlns="4243d5be-521d-4052-81ca-f0f31ea6f2d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DAFB7AEE70C38408E6AAB94ED3F79D2" ma:contentTypeVersion="12" ma:contentTypeDescription="Create a new document." ma:contentTypeScope="" ma:versionID="7d1af7a456fc9042651ddd5e69962865">
  <xsd:schema xmlns:xsd="http://www.w3.org/2001/XMLSchema" xmlns:xs="http://www.w3.org/2001/XMLSchema" xmlns:p="http://schemas.microsoft.com/office/2006/metadata/properties" xmlns:ns2="9fccb5fe-3277-47ac-a120-b9b15bbb8c18" xmlns:ns3="4243d5be-521d-4052-81ca-f0f31ea6f2da" targetNamespace="http://schemas.microsoft.com/office/2006/metadata/properties" ma:root="true" ma:fieldsID="142e003b63573e0262789edd9432c660" ns2:_="" ns3:_="">
    <xsd:import namespace="9fccb5fe-3277-47ac-a120-b9b15bbb8c18"/>
    <xsd:import namespace="4243d5be-521d-4052-81ca-f0f31ea6f2da"/>
    <xsd:element name="properties">
      <xsd:complexType>
        <xsd:sequence>
          <xsd:element name="documentManagement">
            <xsd:complexType>
              <xsd:all>
                <xsd:element ref="ns2:MediaServiceMetadata" minOccurs="0"/>
                <xsd:element ref="ns2:MediaServiceFastMetadata"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ccb5fe-3277-47ac-a120-b9b15bbb8c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243d5be-521d-4052-81ca-f0f31ea6f2da"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6a6c9d7d-318f-4016-bbe6-d1dda29216c5}" ma:internalName="TaxCatchAll" ma:showField="CatchAllData" ma:web="59feab41-d657-4955-bdb1-9c041c20f33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1E1D1B8-5AB7-4DA2-ABE7-377938D82399}">
  <ds:schemaRefs>
    <ds:schemaRef ds:uri="http://schemas.microsoft.com/office/2006/metadata/properties"/>
    <ds:schemaRef ds:uri="http://schemas.microsoft.com/office/infopath/2007/PartnerControls"/>
    <ds:schemaRef ds:uri="9fccb5fe-3277-47ac-a120-b9b15bbb8c18"/>
    <ds:schemaRef ds:uri="4243d5be-521d-4052-81ca-f0f31ea6f2da"/>
  </ds:schemaRefs>
</ds:datastoreItem>
</file>

<file path=customXml/itemProps2.xml><?xml version="1.0" encoding="utf-8"?>
<ds:datastoreItem xmlns:ds="http://schemas.openxmlformats.org/officeDocument/2006/customXml" ds:itemID="{3F376301-09F5-4B5E-AF29-C160851DC86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ccb5fe-3277-47ac-a120-b9b15bbb8c18"/>
    <ds:schemaRef ds:uri="4243d5be-521d-4052-81ca-f0f31ea6f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20D52F6-6C11-4988-BE7B-58686D8ABD13}">
  <ds:schemaRefs>
    <ds:schemaRef ds:uri="http://schemas.microsoft.com/sharepoint/v3/contenttype/forms"/>
  </ds:schemaRefs>
</ds:datastoreItem>
</file>

<file path=docMetadata/LabelInfo.xml><?xml version="1.0" encoding="utf-8"?>
<clbl:labelList xmlns:clbl="http://schemas.microsoft.com/office/2020/mipLabelMetadata">
  <clbl:label id="{deff24bb-2089-4400-8c8e-f71e680378b2}" enabled="0" method="" siteId="{deff24bb-2089-4400-8c8e-f71e680378b2}" removed="1"/>
</clbl:labelList>
</file>

<file path=docProps/app.xml><?xml version="1.0" encoding="utf-8"?>
<Properties xmlns="http://schemas.openxmlformats.org/officeDocument/2006/extended-properties" xmlns:vt="http://schemas.openxmlformats.org/officeDocument/2006/docPropsVTypes">
  <Template>KPMG Portrait Template</Template>
  <TotalTime>1257</TotalTime>
  <Words>724</Words>
  <Application>Microsoft Office PowerPoint</Application>
  <PresentationFormat>A4 Paper (210x297 mm)</PresentationFormat>
  <Paragraphs>58</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KPMG Bold</vt:lpstr>
      <vt:lpstr>KPMG Extralight</vt:lpstr>
      <vt:lpstr>Symbol</vt:lpstr>
      <vt:lpstr>KPMG_Talkbook_Sidebar_1021_2015</vt:lpstr>
      <vt:lpstr>PowerPoint Presentation</vt:lpstr>
      <vt:lpstr>PowerPoint Presentation</vt:lpstr>
      <vt:lpstr>PowerPoint Presentation</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Boora, Aastha</dc:creator>
  <cp:lastModifiedBy>J, Sreeraj</cp:lastModifiedBy>
  <cp:revision>160</cp:revision>
  <dcterms:created xsi:type="dcterms:W3CDTF">2018-12-11T07:13:49Z</dcterms:created>
  <dcterms:modified xsi:type="dcterms:W3CDTF">2026-02-16T10:07:38Z</dcterms:modified>
  <cp:category>KPMG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0x0101005DAFB7AEE70C38408E6AAB94ED3F79D2</vt:lpwstr>
  </property>
</Properties>
</file>